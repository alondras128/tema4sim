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35"/>
  </p:notesMasterIdLst>
  <p:sldIdLst>
    <p:sldId id="257" r:id="rId2"/>
    <p:sldId id="270" r:id="rId3"/>
    <p:sldId id="271" r:id="rId4"/>
    <p:sldId id="274" r:id="rId5"/>
    <p:sldId id="278" r:id="rId6"/>
    <p:sldId id="284" r:id="rId7"/>
    <p:sldId id="277" r:id="rId8"/>
    <p:sldId id="275" r:id="rId9"/>
    <p:sldId id="276" r:id="rId10"/>
    <p:sldId id="285" r:id="rId11"/>
    <p:sldId id="279" r:id="rId12"/>
    <p:sldId id="280" r:id="rId13"/>
    <p:sldId id="286" r:id="rId14"/>
    <p:sldId id="283" r:id="rId15"/>
    <p:sldId id="281" r:id="rId16"/>
    <p:sldId id="282" r:id="rId17"/>
    <p:sldId id="258" r:id="rId18"/>
    <p:sldId id="269" r:id="rId19"/>
    <p:sldId id="287" r:id="rId20"/>
    <p:sldId id="259" r:id="rId21"/>
    <p:sldId id="263" r:id="rId22"/>
    <p:sldId id="260" r:id="rId23"/>
    <p:sldId id="268" r:id="rId24"/>
    <p:sldId id="288" r:id="rId25"/>
    <p:sldId id="262" r:id="rId26"/>
    <p:sldId id="261" r:id="rId27"/>
    <p:sldId id="264" r:id="rId28"/>
    <p:sldId id="272" r:id="rId29"/>
    <p:sldId id="289" r:id="rId30"/>
    <p:sldId id="265" r:id="rId31"/>
    <p:sldId id="266" r:id="rId32"/>
    <p:sldId id="267" r:id="rId33"/>
    <p:sldId id="273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Estilo claro 2 - Acento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Estilo medio 1 - Énfasis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75DCB02-9BB8-47FD-8907-85C794F793BA}" styleName="Estilo temático 1 - Énfasis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Estilo temático 1 - Énfasis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B9631B5-78F2-41C9-869B-9F39066F8104}" styleName="Estilo medio 3 - Énfasis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3" autoAdjust="0"/>
    <p:restoredTop sz="94660"/>
  </p:normalViewPr>
  <p:slideViewPr>
    <p:cSldViewPr snapToGrid="0">
      <p:cViewPr varScale="1">
        <p:scale>
          <a:sx n="63" d="100"/>
          <a:sy n="63" d="100"/>
        </p:scale>
        <p:origin x="9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icasantizovalle@gmail.com" userId="df3a76f942d56e4c" providerId="LiveId" clId="{42D540BF-B8FD-4CA7-89E5-0F56DD3D9AEB}"/>
    <pc:docChg chg="undo custSel addSld delSld modSld sldOrd">
      <pc:chgData name="monicasantizovalle@gmail.com" userId="df3a76f942d56e4c" providerId="LiveId" clId="{42D540BF-B8FD-4CA7-89E5-0F56DD3D9AEB}" dt="2026-10-03T03:12:46.513" v="460" actId="1076"/>
      <pc:docMkLst>
        <pc:docMk/>
      </pc:docMkLst>
      <pc:sldChg chg="addSp delSp modSp mod">
        <pc:chgData name="monicasantizovalle@gmail.com" userId="df3a76f942d56e4c" providerId="LiveId" clId="{42D540BF-B8FD-4CA7-89E5-0F56DD3D9AEB}" dt="2026-10-03T03:12:46.513" v="460" actId="1076"/>
        <pc:sldMkLst>
          <pc:docMk/>
          <pc:sldMk cId="778255296" sldId="257"/>
        </pc:sldMkLst>
        <pc:spChg chg="add mod">
          <ac:chgData name="monicasantizovalle@gmail.com" userId="df3a76f942d56e4c" providerId="LiveId" clId="{42D540BF-B8FD-4CA7-89E5-0F56DD3D9AEB}" dt="2026-10-01T11:12:13.098" v="4" actId="1076"/>
          <ac:spMkLst>
            <pc:docMk/>
            <pc:sldMk cId="778255296" sldId="257"/>
            <ac:spMk id="2" creationId="{FD696869-4CEB-42EB-BD58-7FF9A0B8FB46}"/>
          </ac:spMkLst>
        </pc:spChg>
        <pc:spChg chg="add mod">
          <ac:chgData name="monicasantizovalle@gmail.com" userId="df3a76f942d56e4c" providerId="LiveId" clId="{42D540BF-B8FD-4CA7-89E5-0F56DD3D9AEB}" dt="2026-10-01T11:12:08.557" v="3"/>
          <ac:spMkLst>
            <pc:docMk/>
            <pc:sldMk cId="778255296" sldId="257"/>
            <ac:spMk id="3" creationId="{08979BBA-4A57-4117-B795-C64ABA90EB50}"/>
          </ac:spMkLst>
        </pc:spChg>
        <pc:spChg chg="add del mod">
          <ac:chgData name="monicasantizovalle@gmail.com" userId="df3a76f942d56e4c" providerId="LiveId" clId="{42D540BF-B8FD-4CA7-89E5-0F56DD3D9AEB}" dt="2026-10-01T11:12:26.984" v="6" actId="21"/>
          <ac:spMkLst>
            <pc:docMk/>
            <pc:sldMk cId="778255296" sldId="257"/>
            <ac:spMk id="4" creationId="{07A3B5CA-AC19-4448-AF36-E448AE957F33}"/>
          </ac:spMkLst>
        </pc:spChg>
        <pc:spChg chg="add mod">
          <ac:chgData name="monicasantizovalle@gmail.com" userId="df3a76f942d56e4c" providerId="LiveId" clId="{42D540BF-B8FD-4CA7-89E5-0F56DD3D9AEB}" dt="2026-10-01T11:12:56.178" v="12" actId="1076"/>
          <ac:spMkLst>
            <pc:docMk/>
            <pc:sldMk cId="778255296" sldId="257"/>
            <ac:spMk id="5" creationId="{9C343C5E-578D-41F7-8500-D6A8E3BF0FA0}"/>
          </ac:spMkLst>
        </pc:spChg>
        <pc:spChg chg="add del mod">
          <ac:chgData name="monicasantizovalle@gmail.com" userId="df3a76f942d56e4c" providerId="LiveId" clId="{42D540BF-B8FD-4CA7-89E5-0F56DD3D9AEB}" dt="2026-10-01T11:13:39.729" v="19"/>
          <ac:spMkLst>
            <pc:docMk/>
            <pc:sldMk cId="778255296" sldId="257"/>
            <ac:spMk id="6" creationId="{5D637377-9621-435D-9BD2-30A4FCDE9C1D}"/>
          </ac:spMkLst>
        </pc:spChg>
        <pc:spChg chg="add mod">
          <ac:chgData name="monicasantizovalle@gmail.com" userId="df3a76f942d56e4c" providerId="LiveId" clId="{42D540BF-B8FD-4CA7-89E5-0F56DD3D9AEB}" dt="2026-10-03T03:12:46.513" v="460" actId="1076"/>
          <ac:spMkLst>
            <pc:docMk/>
            <pc:sldMk cId="778255296" sldId="257"/>
            <ac:spMk id="10" creationId="{058C0C8E-646E-4A87-A4DD-2F320D3B29B9}"/>
          </ac:spMkLst>
        </pc:spChg>
        <pc:graphicFrameChg chg="add del mod modGraphic">
          <ac:chgData name="monicasantizovalle@gmail.com" userId="df3a76f942d56e4c" providerId="LiveId" clId="{42D540BF-B8FD-4CA7-89E5-0F56DD3D9AEB}" dt="2026-10-01T11:13:39.714" v="17" actId="21"/>
          <ac:graphicFrameMkLst>
            <pc:docMk/>
            <pc:sldMk cId="778255296" sldId="257"/>
            <ac:graphicFrameMk id="7" creationId="{13BFA65E-05B0-41C9-AA77-F1F8A3D52A14}"/>
          </ac:graphicFrameMkLst>
        </pc:graphicFrameChg>
        <pc:graphicFrameChg chg="add mod modGraphic">
          <ac:chgData name="monicasantizovalle@gmail.com" userId="df3a76f942d56e4c" providerId="LiveId" clId="{42D540BF-B8FD-4CA7-89E5-0F56DD3D9AEB}" dt="2026-10-01T18:06:45.013" v="81" actId="14100"/>
          <ac:graphicFrameMkLst>
            <pc:docMk/>
            <pc:sldMk cId="778255296" sldId="257"/>
            <ac:graphicFrameMk id="8" creationId="{CE776AF2-01DE-4E17-ADD5-7EEEF823E135}"/>
          </ac:graphicFrameMkLst>
        </pc:graphicFrameChg>
        <pc:picChg chg="add mod">
          <ac:chgData name="monicasantizovalle@gmail.com" userId="df3a76f942d56e4c" providerId="LiveId" clId="{42D540BF-B8FD-4CA7-89E5-0F56DD3D9AEB}" dt="2026-10-01T18:07:56.679" v="82" actId="1076"/>
          <ac:picMkLst>
            <pc:docMk/>
            <pc:sldMk cId="778255296" sldId="257"/>
            <ac:picMk id="11" creationId="{6F49C923-DFE5-454E-AA30-D03C88F05BE9}"/>
          </ac:picMkLst>
        </pc:picChg>
      </pc:sldChg>
      <pc:sldChg chg="delSp modSp mod">
        <pc:chgData name="monicasantizovalle@gmail.com" userId="df3a76f942d56e4c" providerId="LiveId" clId="{42D540BF-B8FD-4CA7-89E5-0F56DD3D9AEB}" dt="2026-10-01T22:09:27.441" v="244" actId="1076"/>
        <pc:sldMkLst>
          <pc:docMk/>
          <pc:sldMk cId="2825229224" sldId="268"/>
        </pc:sldMkLst>
        <pc:spChg chg="mod">
          <ac:chgData name="monicasantizovalle@gmail.com" userId="df3a76f942d56e4c" providerId="LiveId" clId="{42D540BF-B8FD-4CA7-89E5-0F56DD3D9AEB}" dt="2026-10-01T22:09:27.441" v="244" actId="1076"/>
          <ac:spMkLst>
            <pc:docMk/>
            <pc:sldMk cId="2825229224" sldId="268"/>
            <ac:spMk id="2" creationId="{9A0F118F-422E-4BE5-8F26-CC989C44E04C}"/>
          </ac:spMkLst>
        </pc:spChg>
        <pc:spChg chg="del mod">
          <ac:chgData name="monicasantizovalle@gmail.com" userId="df3a76f942d56e4c" providerId="LiveId" clId="{42D540BF-B8FD-4CA7-89E5-0F56DD3D9AEB}" dt="2026-10-01T21:16:19.273" v="90" actId="21"/>
          <ac:spMkLst>
            <pc:docMk/>
            <pc:sldMk cId="2825229224" sldId="268"/>
            <ac:spMk id="102" creationId="{00000000-0000-0000-0000-000000000000}"/>
          </ac:spMkLst>
        </pc:spChg>
      </pc:sldChg>
      <pc:sldChg chg="addSp delSp modSp mod">
        <pc:chgData name="monicasantizovalle@gmail.com" userId="df3a76f942d56e4c" providerId="LiveId" clId="{42D540BF-B8FD-4CA7-89E5-0F56DD3D9AEB}" dt="2026-10-01T22:06:59.904" v="235"/>
        <pc:sldMkLst>
          <pc:docMk/>
          <pc:sldMk cId="3788348624" sldId="269"/>
        </pc:sldMkLst>
        <pc:spChg chg="del mod">
          <ac:chgData name="monicasantizovalle@gmail.com" userId="df3a76f942d56e4c" providerId="LiveId" clId="{42D540BF-B8FD-4CA7-89E5-0F56DD3D9AEB}" dt="2026-10-01T22:02:32.876" v="210" actId="21"/>
          <ac:spMkLst>
            <pc:docMk/>
            <pc:sldMk cId="3788348624" sldId="269"/>
            <ac:spMk id="2" creationId="{32202920-68B4-4E56-8CE1-63FA46FE1E14}"/>
          </ac:spMkLst>
        </pc:spChg>
        <pc:spChg chg="add mod">
          <ac:chgData name="monicasantizovalle@gmail.com" userId="df3a76f942d56e4c" providerId="LiveId" clId="{42D540BF-B8FD-4CA7-89E5-0F56DD3D9AEB}" dt="2026-10-01T22:06:59.904" v="235"/>
          <ac:spMkLst>
            <pc:docMk/>
            <pc:sldMk cId="3788348624" sldId="269"/>
            <ac:spMk id="5" creationId="{97E8093A-9ADE-475D-9B45-C546D5E89F21}"/>
          </ac:spMkLst>
        </pc:spChg>
        <pc:spChg chg="del">
          <ac:chgData name="monicasantizovalle@gmail.com" userId="df3a76f942d56e4c" providerId="LiveId" clId="{42D540BF-B8FD-4CA7-89E5-0F56DD3D9AEB}" dt="2026-10-01T21:16:11.534" v="88" actId="21"/>
          <ac:spMkLst>
            <pc:docMk/>
            <pc:sldMk cId="3788348624" sldId="269"/>
            <ac:spMk id="102" creationId="{00000000-0000-0000-0000-000000000000}"/>
          </ac:spMkLst>
        </pc:spChg>
      </pc:sldChg>
      <pc:sldChg chg="modSp mod">
        <pc:chgData name="monicasantizovalle@gmail.com" userId="df3a76f942d56e4c" providerId="LiveId" clId="{42D540BF-B8FD-4CA7-89E5-0F56DD3D9AEB}" dt="2026-10-01T21:44:53.415" v="114" actId="1076"/>
        <pc:sldMkLst>
          <pc:docMk/>
          <pc:sldMk cId="1753685806" sldId="270"/>
        </pc:sldMkLst>
        <pc:spChg chg="mod">
          <ac:chgData name="monicasantizovalle@gmail.com" userId="df3a76f942d56e4c" providerId="LiveId" clId="{42D540BF-B8FD-4CA7-89E5-0F56DD3D9AEB}" dt="2026-10-01T21:44:53.415" v="114" actId="1076"/>
          <ac:spMkLst>
            <pc:docMk/>
            <pc:sldMk cId="1753685806" sldId="270"/>
            <ac:spMk id="100" creationId="{00000000-0000-0000-0000-000000000000}"/>
          </ac:spMkLst>
        </pc:spChg>
      </pc:sldChg>
      <pc:sldChg chg="modSp mod">
        <pc:chgData name="monicasantizovalle@gmail.com" userId="df3a76f942d56e4c" providerId="LiveId" clId="{42D540BF-B8FD-4CA7-89E5-0F56DD3D9AEB}" dt="2026-10-01T21:45:05.292" v="118" actId="1076"/>
        <pc:sldMkLst>
          <pc:docMk/>
          <pc:sldMk cId="3814957613" sldId="271"/>
        </pc:sldMkLst>
        <pc:spChg chg="mod">
          <ac:chgData name="monicasantizovalle@gmail.com" userId="df3a76f942d56e4c" providerId="LiveId" clId="{42D540BF-B8FD-4CA7-89E5-0F56DD3D9AEB}" dt="2026-10-01T21:45:05.292" v="118" actId="1076"/>
          <ac:spMkLst>
            <pc:docMk/>
            <pc:sldMk cId="3814957613" sldId="271"/>
            <ac:spMk id="100" creationId="{00000000-0000-0000-0000-000000000000}"/>
          </ac:spMkLst>
        </pc:spChg>
      </pc:sldChg>
      <pc:sldChg chg="delSp modSp mod">
        <pc:chgData name="monicasantizovalle@gmail.com" userId="df3a76f942d56e4c" providerId="LiveId" clId="{42D540BF-B8FD-4CA7-89E5-0F56DD3D9AEB}" dt="2026-10-01T21:16:28.392" v="92" actId="21"/>
        <pc:sldMkLst>
          <pc:docMk/>
          <pc:sldMk cId="1971938874" sldId="272"/>
        </pc:sldMkLst>
        <pc:spChg chg="del mod">
          <ac:chgData name="monicasantizovalle@gmail.com" userId="df3a76f942d56e4c" providerId="LiveId" clId="{42D540BF-B8FD-4CA7-89E5-0F56DD3D9AEB}" dt="2026-10-01T21:16:28.392" v="92" actId="21"/>
          <ac:spMkLst>
            <pc:docMk/>
            <pc:sldMk cId="1971938874" sldId="272"/>
            <ac:spMk id="102" creationId="{00000000-0000-0000-0000-000000000000}"/>
          </ac:spMkLst>
        </pc:spChg>
      </pc:sldChg>
      <pc:sldChg chg="modSp mod">
        <pc:chgData name="monicasantizovalle@gmail.com" userId="df3a76f942d56e4c" providerId="LiveId" clId="{42D540BF-B8FD-4CA7-89E5-0F56DD3D9AEB}" dt="2026-10-01T21:45:16.930" v="121" actId="1076"/>
        <pc:sldMkLst>
          <pc:docMk/>
          <pc:sldMk cId="2473434057" sldId="274"/>
        </pc:sldMkLst>
        <pc:spChg chg="mod">
          <ac:chgData name="monicasantizovalle@gmail.com" userId="df3a76f942d56e4c" providerId="LiveId" clId="{42D540BF-B8FD-4CA7-89E5-0F56DD3D9AEB}" dt="2026-10-01T21:45:16.930" v="121" actId="1076"/>
          <ac:spMkLst>
            <pc:docMk/>
            <pc:sldMk cId="2473434057" sldId="274"/>
            <ac:spMk id="100" creationId="{00000000-0000-0000-0000-000000000000}"/>
          </ac:spMkLst>
        </pc:spChg>
      </pc:sldChg>
      <pc:sldChg chg="addSp delSp modSp mod">
        <pc:chgData name="monicasantizovalle@gmail.com" userId="df3a76f942d56e4c" providerId="LiveId" clId="{42D540BF-B8FD-4CA7-89E5-0F56DD3D9AEB}" dt="2026-10-01T22:06:46.068" v="230"/>
        <pc:sldMkLst>
          <pc:docMk/>
          <pc:sldMk cId="1111535050" sldId="276"/>
        </pc:sldMkLst>
        <pc:spChg chg="del mod">
          <ac:chgData name="monicasantizovalle@gmail.com" userId="df3a76f942d56e4c" providerId="LiveId" clId="{42D540BF-B8FD-4CA7-89E5-0F56DD3D9AEB}" dt="2026-10-01T21:51:32.319" v="172" actId="21"/>
          <ac:spMkLst>
            <pc:docMk/>
            <pc:sldMk cId="1111535050" sldId="276"/>
            <ac:spMk id="2" creationId="{1AAF7BF6-0698-4F26-933A-DC41715230E0}"/>
          </ac:spMkLst>
        </pc:spChg>
        <pc:spChg chg="add mod">
          <ac:chgData name="monicasantizovalle@gmail.com" userId="df3a76f942d56e4c" providerId="LiveId" clId="{42D540BF-B8FD-4CA7-89E5-0F56DD3D9AEB}" dt="2026-10-01T22:06:46.068" v="230"/>
          <ac:spMkLst>
            <pc:docMk/>
            <pc:sldMk cId="1111535050" sldId="276"/>
            <ac:spMk id="5" creationId="{751198D5-5A9F-488F-9993-EDC4EA415785}"/>
          </ac:spMkLst>
        </pc:spChg>
        <pc:spChg chg="mod">
          <ac:chgData name="monicasantizovalle@gmail.com" userId="df3a76f942d56e4c" providerId="LiveId" clId="{42D540BF-B8FD-4CA7-89E5-0F56DD3D9AEB}" dt="2026-10-01T21:44:12.142" v="107" actId="14100"/>
          <ac:spMkLst>
            <pc:docMk/>
            <pc:sldMk cId="1111535050" sldId="276"/>
            <ac:spMk id="101" creationId="{00000000-0000-0000-0000-000000000000}"/>
          </ac:spMkLst>
        </pc:spChg>
        <pc:spChg chg="del">
          <ac:chgData name="monicasantizovalle@gmail.com" userId="df3a76f942d56e4c" providerId="LiveId" clId="{42D540BF-B8FD-4CA7-89E5-0F56DD3D9AEB}" dt="2026-10-01T21:15:54.890" v="85" actId="21"/>
          <ac:spMkLst>
            <pc:docMk/>
            <pc:sldMk cId="1111535050" sldId="276"/>
            <ac:spMk id="102" creationId="{00000000-0000-0000-0000-000000000000}"/>
          </ac:spMkLst>
        </pc:spChg>
      </pc:sldChg>
      <pc:sldChg chg="addSp delSp modSp mod ord">
        <pc:chgData name="monicasantizovalle@gmail.com" userId="df3a76f942d56e4c" providerId="LiveId" clId="{42D540BF-B8FD-4CA7-89E5-0F56DD3D9AEB}" dt="2026-10-01T22:06:22.429" v="227"/>
        <pc:sldMkLst>
          <pc:docMk/>
          <pc:sldMk cId="2124977648" sldId="278"/>
        </pc:sldMkLst>
        <pc:spChg chg="add del mod">
          <ac:chgData name="monicasantizovalle@gmail.com" userId="df3a76f942d56e4c" providerId="LiveId" clId="{42D540BF-B8FD-4CA7-89E5-0F56DD3D9AEB}" dt="2026-10-01T21:49:17.970" v="144" actId="21"/>
          <ac:spMkLst>
            <pc:docMk/>
            <pc:sldMk cId="2124977648" sldId="278"/>
            <ac:spMk id="2" creationId="{16BBA95B-8CC9-432B-8220-6E942634F7AB}"/>
          </ac:spMkLst>
        </pc:spChg>
        <pc:spChg chg="add mod">
          <ac:chgData name="monicasantizovalle@gmail.com" userId="df3a76f942d56e4c" providerId="LiveId" clId="{42D540BF-B8FD-4CA7-89E5-0F56DD3D9AEB}" dt="2026-10-01T22:06:22.429" v="227"/>
          <ac:spMkLst>
            <pc:docMk/>
            <pc:sldMk cId="2124977648" sldId="278"/>
            <ac:spMk id="9" creationId="{E94952B8-AE62-49EF-B803-F4B4F6F366B6}"/>
          </ac:spMkLst>
        </pc:spChg>
        <pc:spChg chg="mod">
          <ac:chgData name="monicasantizovalle@gmail.com" userId="df3a76f942d56e4c" providerId="LiveId" clId="{42D540BF-B8FD-4CA7-89E5-0F56DD3D9AEB}" dt="2026-10-01T21:49:22.272" v="145" actId="1076"/>
          <ac:spMkLst>
            <pc:docMk/>
            <pc:sldMk cId="2124977648" sldId="278"/>
            <ac:spMk id="101" creationId="{00000000-0000-0000-0000-000000000000}"/>
          </ac:spMkLst>
        </pc:spChg>
        <pc:spChg chg="del mod">
          <ac:chgData name="monicasantizovalle@gmail.com" userId="df3a76f942d56e4c" providerId="LiveId" clId="{42D540BF-B8FD-4CA7-89E5-0F56DD3D9AEB}" dt="2026-10-01T21:15:49.355" v="84" actId="21"/>
          <ac:spMkLst>
            <pc:docMk/>
            <pc:sldMk cId="2124977648" sldId="278"/>
            <ac:spMk id="102" creationId="{00000000-0000-0000-0000-000000000000}"/>
          </ac:spMkLst>
        </pc:spChg>
        <pc:picChg chg="add del mod modCrop">
          <ac:chgData name="monicasantizovalle@gmail.com" userId="df3a76f942d56e4c" providerId="LiveId" clId="{42D540BF-B8FD-4CA7-89E5-0F56DD3D9AEB}" dt="2026-10-01T21:44:20.830" v="108" actId="21"/>
          <ac:picMkLst>
            <pc:docMk/>
            <pc:sldMk cId="2124977648" sldId="278"/>
            <ac:picMk id="4" creationId="{B2266EB3-290F-4997-96AB-884513539C0A}"/>
          </ac:picMkLst>
        </pc:picChg>
        <pc:picChg chg="add del mod">
          <ac:chgData name="monicasantizovalle@gmail.com" userId="df3a76f942d56e4c" providerId="LiveId" clId="{42D540BF-B8FD-4CA7-89E5-0F56DD3D9AEB}" dt="2026-10-01T12:11:05.710" v="79" actId="21"/>
          <ac:picMkLst>
            <pc:docMk/>
            <pc:sldMk cId="2124977648" sldId="278"/>
            <ac:picMk id="6" creationId="{512186EC-C177-47EC-A4FD-BE98BB3AF7AD}"/>
          </ac:picMkLst>
        </pc:picChg>
        <pc:picChg chg="add del">
          <ac:chgData name="monicasantizovalle@gmail.com" userId="df3a76f942d56e4c" providerId="LiveId" clId="{42D540BF-B8FD-4CA7-89E5-0F56DD3D9AEB}" dt="2026-10-01T22:06:13.934" v="225" actId="22"/>
          <ac:picMkLst>
            <pc:docMk/>
            <pc:sldMk cId="2124977648" sldId="278"/>
            <ac:picMk id="6" creationId="{60F372A7-6CC9-419D-B501-4206FA873ECE}"/>
          </ac:picMkLst>
        </pc:picChg>
      </pc:sldChg>
      <pc:sldChg chg="modSp mod">
        <pc:chgData name="monicasantizovalle@gmail.com" userId="df3a76f942d56e4c" providerId="LiveId" clId="{42D540BF-B8FD-4CA7-89E5-0F56DD3D9AEB}" dt="2026-10-01T14:25:00.487" v="80" actId="732"/>
        <pc:sldMkLst>
          <pc:docMk/>
          <pc:sldMk cId="1978188292" sldId="281"/>
        </pc:sldMkLst>
        <pc:picChg chg="mod modCrop">
          <ac:chgData name="monicasantizovalle@gmail.com" userId="df3a76f942d56e4c" providerId="LiveId" clId="{42D540BF-B8FD-4CA7-89E5-0F56DD3D9AEB}" dt="2026-10-01T14:25:00.487" v="80" actId="732"/>
          <ac:picMkLst>
            <pc:docMk/>
            <pc:sldMk cId="1978188292" sldId="281"/>
            <ac:picMk id="3" creationId="{51E9CF4D-7C07-41DF-A266-8342CFBFA472}"/>
          </ac:picMkLst>
        </pc:picChg>
      </pc:sldChg>
      <pc:sldChg chg="addSp delSp modSp mod">
        <pc:chgData name="monicasantizovalle@gmail.com" userId="df3a76f942d56e4c" providerId="LiveId" clId="{42D540BF-B8FD-4CA7-89E5-0F56DD3D9AEB}" dt="2026-10-01T22:01:24.811" v="203" actId="21"/>
        <pc:sldMkLst>
          <pc:docMk/>
          <pc:sldMk cId="1389788805" sldId="283"/>
        </pc:sldMkLst>
        <pc:spChg chg="add del mod">
          <ac:chgData name="monicasantizovalle@gmail.com" userId="df3a76f942d56e4c" providerId="LiveId" clId="{42D540BF-B8FD-4CA7-89E5-0F56DD3D9AEB}" dt="2026-10-01T22:01:24.811" v="203" actId="21"/>
          <ac:spMkLst>
            <pc:docMk/>
            <pc:sldMk cId="1389788805" sldId="283"/>
            <ac:spMk id="2" creationId="{30B89A9F-477F-4A44-9B8D-576486774643}"/>
          </ac:spMkLst>
        </pc:spChg>
        <pc:spChg chg="del mod">
          <ac:chgData name="monicasantizovalle@gmail.com" userId="df3a76f942d56e4c" providerId="LiveId" clId="{42D540BF-B8FD-4CA7-89E5-0F56DD3D9AEB}" dt="2026-10-01T21:16:06.204" v="87" actId="21"/>
          <ac:spMkLst>
            <pc:docMk/>
            <pc:sldMk cId="1389788805" sldId="283"/>
            <ac:spMk id="102" creationId="{00000000-0000-0000-0000-000000000000}"/>
          </ac:spMkLst>
        </pc:spChg>
      </pc:sldChg>
      <pc:sldChg chg="addSp modSp new mod">
        <pc:chgData name="monicasantizovalle@gmail.com" userId="df3a76f942d56e4c" providerId="LiveId" clId="{42D540BF-B8FD-4CA7-89E5-0F56DD3D9AEB}" dt="2026-10-01T22:27:56.323" v="350" actId="1076"/>
        <pc:sldMkLst>
          <pc:docMk/>
          <pc:sldMk cId="3643431059" sldId="284"/>
        </pc:sldMkLst>
        <pc:spChg chg="add mod">
          <ac:chgData name="monicasantizovalle@gmail.com" userId="df3a76f942d56e4c" providerId="LiveId" clId="{42D540BF-B8FD-4CA7-89E5-0F56DD3D9AEB}" dt="2026-10-01T22:27:54.879" v="349" actId="20577"/>
          <ac:spMkLst>
            <pc:docMk/>
            <pc:sldMk cId="3643431059" sldId="284"/>
            <ac:spMk id="5" creationId="{52460CA3-6858-43E0-9CF9-DB8D89486549}"/>
          </ac:spMkLst>
        </pc:spChg>
        <pc:picChg chg="add mod">
          <ac:chgData name="monicasantizovalle@gmail.com" userId="df3a76f942d56e4c" providerId="LiveId" clId="{42D540BF-B8FD-4CA7-89E5-0F56DD3D9AEB}" dt="2026-10-01T21:50:20.870" v="160" actId="14100"/>
          <ac:picMkLst>
            <pc:docMk/>
            <pc:sldMk cId="3643431059" sldId="284"/>
            <ac:picMk id="2" creationId="{A1A1619B-22DE-4DF3-A54A-16BCB65B8D48}"/>
          </ac:picMkLst>
        </pc:picChg>
        <pc:picChg chg="add mod">
          <ac:chgData name="monicasantizovalle@gmail.com" userId="df3a76f942d56e4c" providerId="LiveId" clId="{42D540BF-B8FD-4CA7-89E5-0F56DD3D9AEB}" dt="2026-10-01T21:50:01.388" v="152" actId="1076"/>
          <ac:picMkLst>
            <pc:docMk/>
            <pc:sldMk cId="3643431059" sldId="284"/>
            <ac:picMk id="4" creationId="{EACCEB22-7EB4-42E6-8CA9-BAD17F081DF8}"/>
          </ac:picMkLst>
        </pc:picChg>
        <pc:picChg chg="add mod">
          <ac:chgData name="monicasantizovalle@gmail.com" userId="df3a76f942d56e4c" providerId="LiveId" clId="{42D540BF-B8FD-4CA7-89E5-0F56DD3D9AEB}" dt="2026-10-01T22:27:56.323" v="350" actId="1076"/>
          <ac:picMkLst>
            <pc:docMk/>
            <pc:sldMk cId="3643431059" sldId="284"/>
            <ac:picMk id="7" creationId="{32373687-6A3D-4969-B226-F059D6499EDD}"/>
          </ac:picMkLst>
        </pc:picChg>
      </pc:sldChg>
      <pc:sldChg chg="addSp modSp new del mod">
        <pc:chgData name="monicasantizovalle@gmail.com" userId="df3a76f942d56e4c" providerId="LiveId" clId="{42D540BF-B8FD-4CA7-89E5-0F56DD3D9AEB}" dt="2026-10-01T21:42:32.698" v="103" actId="2696"/>
        <pc:sldMkLst>
          <pc:docMk/>
          <pc:sldMk cId="3915116437" sldId="284"/>
        </pc:sldMkLst>
        <pc:picChg chg="add mod">
          <ac:chgData name="monicasantizovalle@gmail.com" userId="df3a76f942d56e4c" providerId="LiveId" clId="{42D540BF-B8FD-4CA7-89E5-0F56DD3D9AEB}" dt="2026-10-01T11:36:02.384" v="70" actId="1076"/>
          <ac:picMkLst>
            <pc:docMk/>
            <pc:sldMk cId="3915116437" sldId="284"/>
            <ac:picMk id="3" creationId="{5031C20D-5859-484C-87F9-C7151610B32E}"/>
          </ac:picMkLst>
        </pc:picChg>
        <pc:picChg chg="add mod">
          <ac:chgData name="monicasantizovalle@gmail.com" userId="df3a76f942d56e4c" providerId="LiveId" clId="{42D540BF-B8FD-4CA7-89E5-0F56DD3D9AEB}" dt="2026-10-01T11:54:32.960" v="75" actId="1076"/>
          <ac:picMkLst>
            <pc:docMk/>
            <pc:sldMk cId="3915116437" sldId="284"/>
            <ac:picMk id="5" creationId="{96434139-7E9C-48EF-99CA-D28FD9A5C7F5}"/>
          </ac:picMkLst>
        </pc:picChg>
      </pc:sldChg>
      <pc:sldChg chg="addSp delSp modSp new mod ord">
        <pc:chgData name="monicasantizovalle@gmail.com" userId="df3a76f942d56e4c" providerId="LiveId" clId="{42D540BF-B8FD-4CA7-89E5-0F56DD3D9AEB}" dt="2026-10-01T22:59:01.887" v="442" actId="14100"/>
        <pc:sldMkLst>
          <pc:docMk/>
          <pc:sldMk cId="3024823872" sldId="285"/>
        </pc:sldMkLst>
        <pc:spChg chg="add del mod">
          <ac:chgData name="monicasantizovalle@gmail.com" userId="df3a76f942d56e4c" providerId="LiveId" clId="{42D540BF-B8FD-4CA7-89E5-0F56DD3D9AEB}" dt="2026-10-01T22:06:41.078" v="229" actId="21"/>
          <ac:spMkLst>
            <pc:docMk/>
            <pc:sldMk cId="3024823872" sldId="285"/>
            <ac:spMk id="6" creationId="{E60CF926-0685-4765-9DB4-7DEBA5F7CE2A}"/>
          </ac:spMkLst>
        </pc:spChg>
        <pc:picChg chg="add del">
          <ac:chgData name="monicasantizovalle@gmail.com" userId="df3a76f942d56e4c" providerId="LiveId" clId="{42D540BF-B8FD-4CA7-89E5-0F56DD3D9AEB}" dt="2026-10-01T21:50:59.863" v="163" actId="22"/>
          <ac:picMkLst>
            <pc:docMk/>
            <pc:sldMk cId="3024823872" sldId="285"/>
            <ac:picMk id="3" creationId="{70069E81-0F23-4E6F-8A83-10CD2170DE1A}"/>
          </ac:picMkLst>
        </pc:picChg>
        <pc:picChg chg="add del">
          <ac:chgData name="monicasantizovalle@gmail.com" userId="df3a76f942d56e4c" providerId="LiveId" clId="{42D540BF-B8FD-4CA7-89E5-0F56DD3D9AEB}" dt="2026-10-01T21:51:08.227" v="165" actId="22"/>
          <ac:picMkLst>
            <pc:docMk/>
            <pc:sldMk cId="3024823872" sldId="285"/>
            <ac:picMk id="5" creationId="{898A511B-22E9-4603-A0E3-34F2193D1D05}"/>
          </ac:picMkLst>
        </pc:picChg>
        <pc:picChg chg="add mod">
          <ac:chgData name="monicasantizovalle@gmail.com" userId="df3a76f942d56e4c" providerId="LiveId" clId="{42D540BF-B8FD-4CA7-89E5-0F56DD3D9AEB}" dt="2026-10-01T22:59:01.887" v="442" actId="14100"/>
          <ac:picMkLst>
            <pc:docMk/>
            <pc:sldMk cId="3024823872" sldId="285"/>
            <ac:picMk id="8" creationId="{D1A396A3-B9E0-4B8A-ADAC-15E0C3B2645E}"/>
          </ac:picMkLst>
        </pc:picChg>
        <pc:picChg chg="add mod">
          <ac:chgData name="monicasantizovalle@gmail.com" userId="df3a76f942d56e4c" providerId="LiveId" clId="{42D540BF-B8FD-4CA7-89E5-0F56DD3D9AEB}" dt="2026-10-01T22:58:59.096" v="441" actId="14100"/>
          <ac:picMkLst>
            <pc:docMk/>
            <pc:sldMk cId="3024823872" sldId="285"/>
            <ac:picMk id="10" creationId="{85CC1C9B-71EC-4BFF-B475-9DA901501EFD}"/>
          </ac:picMkLst>
        </pc:picChg>
        <pc:picChg chg="add mod">
          <ac:chgData name="monicasantizovalle@gmail.com" userId="df3a76f942d56e4c" providerId="LiveId" clId="{42D540BF-B8FD-4CA7-89E5-0F56DD3D9AEB}" dt="2026-10-01T22:58:53.495" v="439" actId="14100"/>
          <ac:picMkLst>
            <pc:docMk/>
            <pc:sldMk cId="3024823872" sldId="285"/>
            <ac:picMk id="12" creationId="{F1951595-E6FA-4449-A493-00438A259A0A}"/>
          </ac:picMkLst>
        </pc:picChg>
      </pc:sldChg>
      <pc:sldChg chg="addSp modSp new mod">
        <pc:chgData name="monicasantizovalle@gmail.com" userId="df3a76f942d56e4c" providerId="LiveId" clId="{42D540BF-B8FD-4CA7-89E5-0F56DD3D9AEB}" dt="2026-10-01T22:01:18.876" v="201" actId="1076"/>
        <pc:sldMkLst>
          <pc:docMk/>
          <pc:sldMk cId="3073557754" sldId="286"/>
        </pc:sldMkLst>
        <pc:spChg chg="add mod">
          <ac:chgData name="monicasantizovalle@gmail.com" userId="df3a76f942d56e4c" providerId="LiveId" clId="{42D540BF-B8FD-4CA7-89E5-0F56DD3D9AEB}" dt="2026-10-01T22:01:18.876" v="201" actId="1076"/>
          <ac:spMkLst>
            <pc:docMk/>
            <pc:sldMk cId="3073557754" sldId="286"/>
            <ac:spMk id="8" creationId="{B4198B30-0E82-4D6F-97A8-80375924834F}"/>
          </ac:spMkLst>
        </pc:spChg>
        <pc:picChg chg="add mod">
          <ac:chgData name="monicasantizovalle@gmail.com" userId="df3a76f942d56e4c" providerId="LiveId" clId="{42D540BF-B8FD-4CA7-89E5-0F56DD3D9AEB}" dt="2026-10-01T22:00:54.064" v="193" actId="14100"/>
          <ac:picMkLst>
            <pc:docMk/>
            <pc:sldMk cId="3073557754" sldId="286"/>
            <ac:picMk id="3" creationId="{2F8B8224-6D2B-4825-84DA-C4FC0D232369}"/>
          </ac:picMkLst>
        </pc:picChg>
        <pc:picChg chg="add mod">
          <ac:chgData name="monicasantizovalle@gmail.com" userId="df3a76f942d56e4c" providerId="LiveId" clId="{42D540BF-B8FD-4CA7-89E5-0F56DD3D9AEB}" dt="2026-10-01T22:00:55.694" v="194" actId="1076"/>
          <ac:picMkLst>
            <pc:docMk/>
            <pc:sldMk cId="3073557754" sldId="286"/>
            <ac:picMk id="5" creationId="{24D31092-88D3-44C6-982E-486857264DB8}"/>
          </ac:picMkLst>
        </pc:picChg>
        <pc:picChg chg="add mod">
          <ac:chgData name="monicasantizovalle@gmail.com" userId="df3a76f942d56e4c" providerId="LiveId" clId="{42D540BF-B8FD-4CA7-89E5-0F56DD3D9AEB}" dt="2026-10-01T22:00:59.078" v="196" actId="14100"/>
          <ac:picMkLst>
            <pc:docMk/>
            <pc:sldMk cId="3073557754" sldId="286"/>
            <ac:picMk id="7" creationId="{5FBFA261-1A9D-454F-A990-0F062C129C75}"/>
          </ac:picMkLst>
        </pc:picChg>
      </pc:sldChg>
      <pc:sldChg chg="addSp modSp new mod ord">
        <pc:chgData name="monicasantizovalle@gmail.com" userId="df3a76f942d56e4c" providerId="LiveId" clId="{42D540BF-B8FD-4CA7-89E5-0F56DD3D9AEB}" dt="2026-10-01T22:09:14.639" v="242" actId="14100"/>
        <pc:sldMkLst>
          <pc:docMk/>
          <pc:sldMk cId="208644740" sldId="287"/>
        </pc:sldMkLst>
        <pc:spChg chg="add mod">
          <ac:chgData name="monicasantizovalle@gmail.com" userId="df3a76f942d56e4c" providerId="LiveId" clId="{42D540BF-B8FD-4CA7-89E5-0F56DD3D9AEB}" dt="2026-10-01T22:02:28.196" v="208" actId="14100"/>
          <ac:spMkLst>
            <pc:docMk/>
            <pc:sldMk cId="208644740" sldId="287"/>
            <ac:spMk id="2" creationId="{06309ACC-2AE4-4E23-8662-439D3EF1A8E0}"/>
          </ac:spMkLst>
        </pc:spChg>
        <pc:picChg chg="add mod">
          <ac:chgData name="monicasantizovalle@gmail.com" userId="df3a76f942d56e4c" providerId="LiveId" clId="{42D540BF-B8FD-4CA7-89E5-0F56DD3D9AEB}" dt="2026-10-01T22:07:09.177" v="237" actId="14100"/>
          <ac:picMkLst>
            <pc:docMk/>
            <pc:sldMk cId="208644740" sldId="287"/>
            <ac:picMk id="4" creationId="{D7030AE3-EA42-4584-90D0-C662AE35611B}"/>
          </ac:picMkLst>
        </pc:picChg>
        <pc:picChg chg="add mod">
          <ac:chgData name="monicasantizovalle@gmail.com" userId="df3a76f942d56e4c" providerId="LiveId" clId="{42D540BF-B8FD-4CA7-89E5-0F56DD3D9AEB}" dt="2026-10-01T22:09:14.639" v="242" actId="14100"/>
          <ac:picMkLst>
            <pc:docMk/>
            <pc:sldMk cId="208644740" sldId="287"/>
            <ac:picMk id="6" creationId="{5A67A9D3-E2AA-4D6C-8614-06A70326ABF4}"/>
          </ac:picMkLst>
        </pc:picChg>
      </pc:sldChg>
      <pc:sldChg chg="addSp modSp new mod">
        <pc:chgData name="monicasantizovalle@gmail.com" userId="df3a76f942d56e4c" providerId="LiveId" clId="{42D540BF-B8FD-4CA7-89E5-0F56DD3D9AEB}" dt="2026-10-01T22:50:44.879" v="411" actId="14100"/>
        <pc:sldMkLst>
          <pc:docMk/>
          <pc:sldMk cId="2526480887" sldId="288"/>
        </pc:sldMkLst>
        <pc:spChg chg="add mod">
          <ac:chgData name="monicasantizovalle@gmail.com" userId="df3a76f942d56e4c" providerId="LiveId" clId="{42D540BF-B8FD-4CA7-89E5-0F56DD3D9AEB}" dt="2026-10-01T22:09:31.735" v="245"/>
          <ac:spMkLst>
            <pc:docMk/>
            <pc:sldMk cId="2526480887" sldId="288"/>
            <ac:spMk id="2" creationId="{2369711B-7613-4577-8CC4-0CA9768376ED}"/>
          </ac:spMkLst>
        </pc:spChg>
        <pc:picChg chg="add mod">
          <ac:chgData name="monicasantizovalle@gmail.com" userId="df3a76f942d56e4c" providerId="LiveId" clId="{42D540BF-B8FD-4CA7-89E5-0F56DD3D9AEB}" dt="2026-10-01T22:50:33.029" v="405" actId="14100"/>
          <ac:picMkLst>
            <pc:docMk/>
            <pc:sldMk cId="2526480887" sldId="288"/>
            <ac:picMk id="4" creationId="{DFA8F558-98E7-42F7-BB7C-87D72EB8FDDD}"/>
          </ac:picMkLst>
        </pc:picChg>
        <pc:picChg chg="add mod">
          <ac:chgData name="monicasantizovalle@gmail.com" userId="df3a76f942d56e4c" providerId="LiveId" clId="{42D540BF-B8FD-4CA7-89E5-0F56DD3D9AEB}" dt="2026-10-01T22:50:36.271" v="407" actId="14100"/>
          <ac:picMkLst>
            <pc:docMk/>
            <pc:sldMk cId="2526480887" sldId="288"/>
            <ac:picMk id="6" creationId="{01BD7A3C-37B0-4613-B34E-0939B25B5E0A}"/>
          </ac:picMkLst>
        </pc:picChg>
        <pc:picChg chg="add mod">
          <ac:chgData name="monicasantizovalle@gmail.com" userId="df3a76f942d56e4c" providerId="LiveId" clId="{42D540BF-B8FD-4CA7-89E5-0F56DD3D9AEB}" dt="2026-10-01T22:50:44.879" v="411" actId="14100"/>
          <ac:picMkLst>
            <pc:docMk/>
            <pc:sldMk cId="2526480887" sldId="288"/>
            <ac:picMk id="8" creationId="{E2FAA725-32B8-4AB8-A9F3-C2230D8CE9E4}"/>
          </ac:picMkLst>
        </pc:picChg>
      </pc:sldChg>
      <pc:sldChg chg="addSp modSp new mod">
        <pc:chgData name="monicasantizovalle@gmail.com" userId="df3a76f942d56e4c" providerId="LiveId" clId="{42D540BF-B8FD-4CA7-89E5-0F56DD3D9AEB}" dt="2026-10-01T22:32:46.069" v="378" actId="1076"/>
        <pc:sldMkLst>
          <pc:docMk/>
          <pc:sldMk cId="2811121388" sldId="289"/>
        </pc:sldMkLst>
        <pc:spChg chg="add mod">
          <ac:chgData name="monicasantizovalle@gmail.com" userId="df3a76f942d56e4c" providerId="LiveId" clId="{42D540BF-B8FD-4CA7-89E5-0F56DD3D9AEB}" dt="2026-10-01T22:26:44.317" v="248" actId="14100"/>
          <ac:spMkLst>
            <pc:docMk/>
            <pc:sldMk cId="2811121388" sldId="289"/>
            <ac:spMk id="2" creationId="{ACE02AE4-9663-4774-B4BB-93B88FC5D938}"/>
          </ac:spMkLst>
        </pc:spChg>
        <pc:picChg chg="add mod">
          <ac:chgData name="monicasantizovalle@gmail.com" userId="df3a76f942d56e4c" providerId="LiveId" clId="{42D540BF-B8FD-4CA7-89E5-0F56DD3D9AEB}" dt="2026-10-01T22:32:42.244" v="377" actId="1076"/>
          <ac:picMkLst>
            <pc:docMk/>
            <pc:sldMk cId="2811121388" sldId="289"/>
            <ac:picMk id="4" creationId="{102B47FA-79FA-4FBE-A258-0073B00A508A}"/>
          </ac:picMkLst>
        </pc:picChg>
        <pc:picChg chg="add mod">
          <ac:chgData name="monicasantizovalle@gmail.com" userId="df3a76f942d56e4c" providerId="LiveId" clId="{42D540BF-B8FD-4CA7-89E5-0F56DD3D9AEB}" dt="2026-10-01T22:32:46.069" v="378" actId="1076"/>
          <ac:picMkLst>
            <pc:docMk/>
            <pc:sldMk cId="2811121388" sldId="289"/>
            <ac:picMk id="6" creationId="{18CFD8C3-1FCC-4CE9-9552-C410C1940602}"/>
          </ac:picMkLst>
        </pc:picChg>
        <pc:picChg chg="add mod">
          <ac:chgData name="monicasantizovalle@gmail.com" userId="df3a76f942d56e4c" providerId="LiveId" clId="{42D540BF-B8FD-4CA7-89E5-0F56DD3D9AEB}" dt="2026-10-01T22:32:39.606" v="376" actId="14100"/>
          <ac:picMkLst>
            <pc:docMk/>
            <pc:sldMk cId="2811121388" sldId="289"/>
            <ac:picMk id="8" creationId="{C74BD875-D167-43C1-A17F-DEF8C25E99F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31D117-84DF-447F-A2FA-446B69B5BE33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A7C6FE-85A4-4E89-9BF3-5933C6C416A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00116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690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434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570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647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804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823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014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375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276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476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141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098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D696869-4CEB-42EB-BD58-7FF9A0B8FB46}"/>
              </a:ext>
            </a:extLst>
          </p:cNvPr>
          <p:cNvSpPr txBox="1"/>
          <p:nvPr/>
        </p:nvSpPr>
        <p:spPr>
          <a:xfrm>
            <a:off x="3489960" y="1444967"/>
            <a:ext cx="5212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/>
              <a:t>TECNOLOGICO NACIONAL DE MEXICO</a:t>
            </a:r>
          </a:p>
          <a:p>
            <a:pPr algn="ctr"/>
            <a:r>
              <a:rPr lang="es-MX" b="1" dirty="0"/>
              <a:t>INSTITUTO TECNOLOGICO DE FRONTERA COMALAPA</a:t>
            </a:r>
          </a:p>
          <a:p>
            <a:pPr algn="ctr"/>
            <a:r>
              <a:rPr lang="es-MX" b="1" dirty="0"/>
              <a:t>UNIDAD ACADEMICA DE VENUSTIANO CARRANZA</a:t>
            </a:r>
          </a:p>
          <a:p>
            <a:endParaRPr lang="es-MX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8979BBA-4A57-4117-B795-C64ABA90EB50}"/>
              </a:ext>
            </a:extLst>
          </p:cNvPr>
          <p:cNvSpPr txBox="1"/>
          <p:nvPr/>
        </p:nvSpPr>
        <p:spPr>
          <a:xfrm>
            <a:off x="3495674" y="2476019"/>
            <a:ext cx="53863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/>
              <a:t>“INGENIERIA EN SISTEMAS COMPUTACIONALES”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C343C5E-578D-41F7-8500-D6A8E3BF0FA0}"/>
              </a:ext>
            </a:extLst>
          </p:cNvPr>
          <p:cNvSpPr txBox="1"/>
          <p:nvPr/>
        </p:nvSpPr>
        <p:spPr>
          <a:xfrm>
            <a:off x="3889057" y="2843099"/>
            <a:ext cx="45996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/>
              <a:t>SIMULACION</a:t>
            </a:r>
          </a:p>
          <a:p>
            <a:pPr algn="ctr"/>
            <a:r>
              <a:rPr lang="es-MX" sz="1800" b="1" dirty="0"/>
              <a:t>QUINTO SEMESTRE</a:t>
            </a:r>
          </a:p>
          <a:p>
            <a:pPr algn="ctr"/>
            <a:r>
              <a:rPr lang="es-MX" sz="1800" b="1" dirty="0"/>
              <a:t>ACTIVIDAD</a:t>
            </a:r>
          </a:p>
          <a:p>
            <a:pPr algn="ctr"/>
            <a:r>
              <a:rPr lang="es-MX" sz="1800" b="1" dirty="0">
                <a:solidFill>
                  <a:srgbClr val="002060"/>
                </a:solidFill>
              </a:rPr>
              <a:t> 4.2 REPORTE DE PRACTICA</a:t>
            </a:r>
            <a:endParaRPr lang="es-MX" dirty="0"/>
          </a:p>
        </p:txBody>
      </p:sp>
      <p:graphicFrame>
        <p:nvGraphicFramePr>
          <p:cNvPr id="8" name="Tabla 9">
            <a:extLst>
              <a:ext uri="{FF2B5EF4-FFF2-40B4-BE49-F238E27FC236}">
                <a16:creationId xmlns:a16="http://schemas.microsoft.com/office/drawing/2014/main" id="{CE776AF2-01DE-4E17-ADD5-7EEEF823E1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817251"/>
              </p:ext>
            </p:extLst>
          </p:nvPr>
        </p:nvGraphicFramePr>
        <p:xfrm>
          <a:off x="3505200" y="4206240"/>
          <a:ext cx="5376862" cy="64623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1435203959"/>
                    </a:ext>
                  </a:extLst>
                </a:gridCol>
                <a:gridCol w="2725102">
                  <a:extLst>
                    <a:ext uri="{9D8B030D-6E8A-4147-A177-3AD203B41FA5}">
                      <a16:colId xmlns:a16="http://schemas.microsoft.com/office/drawing/2014/main" val="386990733"/>
                    </a:ext>
                  </a:extLst>
                </a:gridCol>
              </a:tblGrid>
              <a:tr h="297156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NOMBRE DEL ALUMNO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MATRICULA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5876979"/>
                  </a:ext>
                </a:extLst>
              </a:tr>
              <a:tr h="34143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Alondra Yudivia Santis Ovalle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241260104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0787521"/>
                  </a:ext>
                </a:extLst>
              </a:tr>
            </a:tbl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058C0C8E-646E-4A87-A4DD-2F320D3B29B9}"/>
              </a:ext>
            </a:extLst>
          </p:cNvPr>
          <p:cNvSpPr txBox="1"/>
          <p:nvPr/>
        </p:nvSpPr>
        <p:spPr>
          <a:xfrm>
            <a:off x="2628900" y="5015282"/>
            <a:ext cx="6934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800" b="1" dirty="0"/>
              <a:t>PROFESOR:</a:t>
            </a:r>
          </a:p>
          <a:p>
            <a:pPr algn="ctr"/>
            <a:r>
              <a:rPr lang="es-MX" sz="1800" dirty="0"/>
              <a:t>FRANCISCO JAVIER VELAZQUEZ MINGO</a:t>
            </a:r>
          </a:p>
          <a:p>
            <a:pPr algn="ctr"/>
            <a:endParaRPr lang="es-MX" sz="1800" b="1" dirty="0"/>
          </a:p>
          <a:p>
            <a:pPr algn="ctr"/>
            <a:r>
              <a:rPr lang="es-MX" sz="1800" b="1" dirty="0">
                <a:solidFill>
                  <a:srgbClr val="002060"/>
                </a:solidFill>
              </a:rPr>
              <a:t> 29 DE SEPTIEMBREDE 2026</a:t>
            </a:r>
            <a:r>
              <a:rPr lang="es-MX" sz="1800" dirty="0"/>
              <a:t>, VENUSTIANO CARRANZA, CHIAPAS</a:t>
            </a:r>
            <a:endParaRPr lang="es-MX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F49C923-DFE5-454E-AA30-D03C88F05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668" y="320161"/>
            <a:ext cx="7772400" cy="107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255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493F921-CFB5-415C-B94E-D7D944A9A859}"/>
              </a:ext>
            </a:extLst>
          </p:cNvPr>
          <p:cNvSpPr txBox="1"/>
          <p:nvPr/>
        </p:nvSpPr>
        <p:spPr>
          <a:xfrm>
            <a:off x="548640" y="320040"/>
            <a:ext cx="11091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 dirty="0"/>
              <a:t>Introducción</a:t>
            </a:r>
          </a:p>
        </p:txBody>
      </p:sp>
      <p:sp>
        <p:nvSpPr>
          <p:cNvPr id="100" name="Cuerpo"/>
          <p:cNvSpPr txBox="1"/>
          <p:nvPr/>
        </p:nvSpPr>
        <p:spPr>
          <a:xfrm>
            <a:off x="929640" y="1280160"/>
            <a:ext cx="9372600" cy="1661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spcAft>
                <a:spcPts val="1000"/>
              </a:spcAft>
            </a:pPr>
            <a:r>
              <a:rPr lang="es-MX" dirty="0"/>
              <a:t>La simulación de eventos discretos permite analizar el comportamiento de un sistema real sin intervenirlo y apoyar la toma de decisiones. En esta práctica se modelaron dos sistemas: una línea de espera multiservidor M/M/c con tres hangares (λ = 1.20 y μ = 0.50 aviones por día) y un inventario de cámaras de bicicleta con política (Q, R). Cada modelo se programó en Python, Java y R, y se validó con pruebas estadísticas paramétricas y no paramétricas.</a:t>
            </a:r>
            <a:endParaRPr lang="es-MX" sz="1800" dirty="0"/>
          </a:p>
        </p:txBody>
      </p:sp>
    </p:spTree>
    <p:extLst>
      <p:ext uri="{BB962C8B-B14F-4D97-AF65-F5344CB8AC3E}">
        <p14:creationId xmlns:p14="http://schemas.microsoft.com/office/powerpoint/2010/main" val="1753685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51472A1-A636-420E-A22A-C5B79546E84F}"/>
              </a:ext>
            </a:extLst>
          </p:cNvPr>
          <p:cNvSpPr txBox="1"/>
          <p:nvPr/>
        </p:nvSpPr>
        <p:spPr>
          <a:xfrm>
            <a:off x="548640" y="365760"/>
            <a:ext cx="11091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 dirty="0"/>
              <a:t>Justificación</a:t>
            </a:r>
          </a:p>
        </p:txBody>
      </p:sp>
      <p:sp>
        <p:nvSpPr>
          <p:cNvPr id="100" name="Cuerpo"/>
          <p:cNvSpPr txBox="1"/>
          <p:nvPr/>
        </p:nvSpPr>
        <p:spPr>
          <a:xfrm>
            <a:off x="960120" y="1249680"/>
            <a:ext cx="9982200" cy="18897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spcAft>
                <a:spcPts val="1000"/>
              </a:spcAft>
            </a:pPr>
            <a:r>
              <a:rPr lang="es-MX" dirty="0"/>
              <a:t>Las fórmulas analíticas de líneas de espera solo aplican bajo supuestos estrictos, mientras que la simulación permite medir </a:t>
            </a:r>
            <a:r>
              <a:rPr lang="es-MX" dirty="0" err="1"/>
              <a:t>Wq</a:t>
            </a:r>
            <a:r>
              <a:rPr lang="es-MX" dirty="0"/>
              <a:t>, </a:t>
            </a:r>
            <a:r>
              <a:rPr lang="es-MX" dirty="0" err="1"/>
              <a:t>Lq</a:t>
            </a:r>
            <a:r>
              <a:rPr lang="es-MX" dirty="0"/>
              <a:t>, ρ y costos, y comparar alternativas como el número de hangares o los valores de Q y R. Implementar el mismo modelo en tres lenguajes permite verificar que la lógica es consistente. Además, validar los generadores de variables aleatorias y los resultados con Chi², </a:t>
            </a:r>
            <a:r>
              <a:rPr lang="es-MX" dirty="0" err="1"/>
              <a:t>Kolmogorov-Smirnov</a:t>
            </a:r>
            <a:r>
              <a:rPr lang="es-MX" dirty="0"/>
              <a:t>, t de </a:t>
            </a:r>
            <a:r>
              <a:rPr lang="es-MX" dirty="0" err="1"/>
              <a:t>Student</a:t>
            </a:r>
            <a:r>
              <a:rPr lang="es-MX" dirty="0"/>
              <a:t> y Wilcoxon da confiabilidad a las decisiones que se toman con el simulador.</a:t>
            </a:r>
            <a:r>
              <a:rPr lang="es-MX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4957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AFFF8BA-340C-4DAA-A45C-DBEC5FA77ED8}"/>
              </a:ext>
            </a:extLst>
          </p:cNvPr>
          <p:cNvSpPr txBox="1"/>
          <p:nvPr/>
        </p:nvSpPr>
        <p:spPr>
          <a:xfrm>
            <a:off x="548640" y="365760"/>
            <a:ext cx="11091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 dirty="0"/>
              <a:t>Ejercicio: Hangares M/M/c</a:t>
            </a:r>
          </a:p>
        </p:txBody>
      </p:sp>
      <p:sp>
        <p:nvSpPr>
          <p:cNvPr id="100" name="Cuerpo"/>
          <p:cNvSpPr txBox="1"/>
          <p:nvPr/>
        </p:nvSpPr>
        <p:spPr>
          <a:xfrm>
            <a:off x="752856" y="1249680"/>
            <a:ext cx="10683240" cy="25908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lang="es-MX" sz="1800" b="1" dirty="0"/>
              <a:t>Sistema: </a:t>
            </a:r>
            <a:r>
              <a:rPr lang="es-MX" sz="1800" dirty="0"/>
              <a:t>los aviones llegan a un taller con c = 3 hangares en paralelo y una sola cola FIFO (modelo M/M/c).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lang="es-MX" sz="1800" b="1" dirty="0"/>
              <a:t>Tasas: </a:t>
            </a:r>
            <a:r>
              <a:rPr lang="es-MX" sz="1800" dirty="0"/>
              <a:t>llegadas exponenciales con λ = 1.20 aviones/día y servicio exponencial con μ = 0.50 aviones/día por hangar, es decir ρ = λ / (c·μ) = 0.80.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lang="es-MX" sz="1800" b="1" dirty="0"/>
              <a:t>Costos: </a:t>
            </a:r>
            <a:r>
              <a:rPr lang="es-MX" sz="1800" dirty="0"/>
              <a:t>$150 por hangar por día y $704 por avión en cola por día; costo total = c·150 + 704·Lq.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lang="es-MX" sz="1800" b="1" dirty="0"/>
              <a:t>Teoría (c = 3): </a:t>
            </a:r>
            <a:r>
              <a:rPr lang="es-MX" sz="1800" dirty="0"/>
              <a:t>Wq = 2.157 días, W = 4.157 días, Lq = 2.589 aviones y costo teórico de $2,272.49 por día.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lang="es-MX" sz="1800" b="1" dirty="0"/>
              <a:t>Experimento: </a:t>
            </a:r>
            <a:r>
              <a:rPr lang="es-MX" sz="1800" dirty="0"/>
              <a:t>se simulan 10,000 días y se valida con Chi², Kolmogorov-Smirnov, t de Student e IC 95% de Wq.</a:t>
            </a:r>
          </a:p>
        </p:txBody>
      </p:sp>
    </p:spTree>
    <p:extLst>
      <p:ext uri="{BB962C8B-B14F-4D97-AF65-F5344CB8AC3E}">
        <p14:creationId xmlns:p14="http://schemas.microsoft.com/office/powerpoint/2010/main" val="2473434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Descripcion"/>
          <p:cNvSpPr txBox="1"/>
          <p:nvPr/>
        </p:nvSpPr>
        <p:spPr>
          <a:xfrm>
            <a:off x="426720" y="1402080"/>
            <a:ext cx="10850880" cy="32308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Variables aleatorias: </a:t>
            </a:r>
            <a:r>
              <a:rPr lang="es-MX" dirty="0"/>
              <a:t>tiempos entre llegadas ~ Exp(λ = 1.20) y de servicio ~ Exp(μ = 0.50), generados con np.random.exponential.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Motor de eventos: </a:t>
            </a:r>
            <a:r>
              <a:rPr lang="es-MX" dirty="0"/>
              <a:t>ciclo_animacion() avanza el reloj dt = 0.1 días y procesa tres eventos: llegada de un avión, asignación al hangar libre con su tiempo de servicio y salida cuando termina el servicio.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Cola y hangares: </a:t>
            </a:r>
            <a:r>
              <a:rPr lang="es-MX" dirty="0"/>
              <a:t>lista de aviones en cola (FIFO) y arreglo de hangares ocupados (hasta 3), dibujados y animados en un Canvas de Tkinter.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Métricas y costos: </a:t>
            </a:r>
            <a:r>
              <a:rPr lang="es-MX" dirty="0"/>
              <a:t>Wq, W, Lq y ρ simulados contra la teoría M/M/c; costo de hangares + costo de espera e IC 95% de Wq (error estándar × 1.96).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Validación 4.4: </a:t>
            </a:r>
            <a:r>
              <a:rPr lang="es-MX" dirty="0"/>
              <a:t>Chi² (scipy.stats.chisquare) y Kolmogorov-Smirnov (stats.kstest) contra la exponencial; exporta los resultados a CSV.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94952B8-AE62-49EF-B803-F4B4F6F366B6}"/>
              </a:ext>
            </a:extLst>
          </p:cNvPr>
          <p:cNvSpPr txBox="1"/>
          <p:nvPr/>
        </p:nvSpPr>
        <p:spPr>
          <a:xfrm>
            <a:off x="548640" y="554724"/>
            <a:ext cx="5547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Python- Simulador de hangares M/M/c:</a:t>
            </a:r>
          </a:p>
        </p:txBody>
      </p:sp>
    </p:spTree>
    <p:extLst>
      <p:ext uri="{BB962C8B-B14F-4D97-AF65-F5344CB8AC3E}">
        <p14:creationId xmlns:p14="http://schemas.microsoft.com/office/powerpoint/2010/main" val="2124977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A1A1619B-22DE-4DF3-A54A-16BCB65B8D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497"/>
          <a:stretch/>
        </p:blipFill>
        <p:spPr>
          <a:xfrm>
            <a:off x="7741920" y="1783080"/>
            <a:ext cx="3930404" cy="375641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ACCEB22-7EB4-42E6-8CA9-BAD17F081D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053" y="1783080"/>
            <a:ext cx="3570997" cy="375641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2460CA3-6858-43E0-9CF9-DB8D89486549}"/>
              </a:ext>
            </a:extLst>
          </p:cNvPr>
          <p:cNvSpPr txBox="1"/>
          <p:nvPr/>
        </p:nvSpPr>
        <p:spPr>
          <a:xfrm>
            <a:off x="548640" y="554724"/>
            <a:ext cx="5547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Python- Simulador de hangares M/M/c: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2373687-6A3D-4969-B226-F059D6499E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9715" y="1828800"/>
            <a:ext cx="3407407" cy="3756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431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401CF43-ADA2-4BC8-8C35-447A39765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2514860"/>
            <a:ext cx="7861497" cy="4160260"/>
          </a:xfrm>
          <a:prstGeom prst="rect">
            <a:avLst/>
          </a:prstGeom>
        </p:spPr>
      </p:pic>
      <p:sp>
        <p:nvSpPr>
          <p:cNvPr id="101" name="Descripcion captura"/>
          <p:cNvSpPr txBox="1"/>
          <p:nvPr/>
        </p:nvSpPr>
        <p:spPr>
          <a:xfrm>
            <a:off x="550164" y="487680"/>
            <a:ext cx="11091672" cy="1905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Escena animada con la cola de entrada y 3 hangares; el semáforo de cada hangar pasa de verde a rojo cuando está ocupado.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Monitor simulado vs. teoría tras 10,000 días: Wq 2.485 vs 2.157 · W 4.475 vs 4.157 · Lq 2.993 vs 2.589 · ρ 0.799 vs 0.800.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Costo total simulado $2,557.03/día vs. teórico $2,272.49/día; IC 95% de Wq = [1.888, 3.282], que contiene el valor teórico</a:t>
            </a:r>
            <a:r>
              <a:rPr lang="es-MX" sz="13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34903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7037FFF-17BC-4D9F-9B28-821F1430B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5916" y="2667000"/>
            <a:ext cx="5454396" cy="384249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E84E8E2-3EFD-4963-8424-D452C3B16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67000"/>
            <a:ext cx="5454396" cy="3842496"/>
          </a:xfrm>
          <a:prstGeom prst="rect">
            <a:avLst/>
          </a:prstGeom>
        </p:spPr>
      </p:pic>
      <p:sp>
        <p:nvSpPr>
          <p:cNvPr id="100" name="Titulo captura"/>
          <p:cNvSpPr txBox="1"/>
          <p:nvPr/>
        </p:nvSpPr>
        <p:spPr>
          <a:xfrm>
            <a:off x="548640" y="228600"/>
            <a:ext cx="11091672" cy="5029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s-MX" b="1" dirty="0"/>
              <a:t>Gráficas y validación estadística:</a:t>
            </a:r>
          </a:p>
        </p:txBody>
      </p:sp>
      <p:sp>
        <p:nvSpPr>
          <p:cNvPr id="101" name="Descripcion captura"/>
          <p:cNvSpPr txBox="1"/>
          <p:nvPr/>
        </p:nvSpPr>
        <p:spPr>
          <a:xfrm>
            <a:off x="548640" y="731520"/>
            <a:ext cx="11384280" cy="14630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Izquierda: aviones en cola (Lq) contra el Lq teórico, y espera Wq por avión con su promedio acumulado contra el Wq teórico (2.157).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Derecha: reporte con Chi² (10 clases) y Kolmogorov-Smirnov para llegadas (λ = 1.20) y servicios (μ = 0.50), más t de Student sobre medias por lotes.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Resultado: no se rechaza H0 en ninguna prueba (todos los p ≥ 0.05), por lo que el simulador reproduce el modelo M/M/c.</a:t>
            </a:r>
          </a:p>
        </p:txBody>
      </p:sp>
    </p:spTree>
    <p:extLst>
      <p:ext uri="{BB962C8B-B14F-4D97-AF65-F5344CB8AC3E}">
        <p14:creationId xmlns:p14="http://schemas.microsoft.com/office/powerpoint/2010/main" val="2407303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Descripcion"/>
          <p:cNvSpPr txBox="1"/>
          <p:nvPr/>
        </p:nvSpPr>
        <p:spPr>
          <a:xfrm>
            <a:off x="548640" y="1099066"/>
            <a:ext cx="11091672" cy="36118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Arquitectura: </a:t>
            </a:r>
            <a:r>
              <a:rPr lang="es-MX" dirty="0"/>
              <a:t>MotorMMc (simulación y validación), Estadistica (Chi², t y K-S programados sin librerías), Main (interfaz JavaFX con Canvas, AnimationTimer y LineChart) y Launcher (arranque desde IntelliJ).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Variables aleatorias: </a:t>
            </a:r>
            <a:r>
              <a:rPr lang="es-MX" dirty="0"/>
              <a:t>java.util.Random con semilla fija (SEMILLA = 4) y exponencial por transformada inversa, X = −ln(1 − U) / tasa.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Motor de eventos: </a:t>
            </a:r>
            <a:r>
              <a:rPr lang="es-MX" dirty="0"/>
              <a:t>procesarHasta() toma el evento más próximo (llegada o salida de hangar), avanza el reloj y ejecuta eventoLlegada / eventoSalida; la cola FIFO usa ArrayDeque.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Métricas: </a:t>
            </a:r>
            <a:r>
              <a:rPr lang="es-MX" dirty="0"/>
              <a:t>Wq y W se miden por avión; Lq y ρ se integran en el tiempo (acumularAreas); teoria() calcula M/M/c y el costo total.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Validación: </a:t>
            </a:r>
            <a:r>
              <a:rPr lang="es-MX" dirty="0"/>
              <a:t>Chi² (10 clases), K-S, t de Student sobre 20 medias por lotes (sin el 10 % inicial) e IC 95 % de Wq; exportación a CSV con FileChooser.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51198D5-5A9F-488F-9993-EDC4EA415785}"/>
              </a:ext>
            </a:extLst>
          </p:cNvPr>
          <p:cNvSpPr txBox="1"/>
          <p:nvPr/>
        </p:nvSpPr>
        <p:spPr>
          <a:xfrm>
            <a:off x="548640" y="441960"/>
            <a:ext cx="7909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Java- Simulador de hangares M/M/c:</a:t>
            </a:r>
          </a:p>
        </p:txBody>
      </p:sp>
    </p:spTree>
    <p:extLst>
      <p:ext uri="{BB962C8B-B14F-4D97-AF65-F5344CB8AC3E}">
        <p14:creationId xmlns:p14="http://schemas.microsoft.com/office/powerpoint/2010/main" val="1111535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E60CF926-0685-4765-9DB4-7DEBA5F7CE2A}"/>
              </a:ext>
            </a:extLst>
          </p:cNvPr>
          <p:cNvSpPr txBox="1"/>
          <p:nvPr/>
        </p:nvSpPr>
        <p:spPr>
          <a:xfrm>
            <a:off x="548640" y="441960"/>
            <a:ext cx="7909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Java- Simulador de hangares M/M/c: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1A396A3-B9E0-4B8A-ADAC-15E0C3B26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1823813"/>
            <a:ext cx="3992879" cy="394636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5CC1C9B-71EC-4BFF-B475-9DA901501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541" y="1815051"/>
            <a:ext cx="3707660" cy="395512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F1951595-E6FA-4449-A493-00438A259A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3953" y="1815051"/>
            <a:ext cx="3339448" cy="395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823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3E986D7-C95F-4104-981C-54FDE6CE6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502" y="2438400"/>
            <a:ext cx="8993947" cy="4236720"/>
          </a:xfrm>
          <a:prstGeom prst="rect">
            <a:avLst/>
          </a:prstGeom>
        </p:spPr>
      </p:pic>
      <p:sp>
        <p:nvSpPr>
          <p:cNvPr id="101" name="Descripcion captura"/>
          <p:cNvSpPr txBox="1"/>
          <p:nvPr/>
        </p:nvSpPr>
        <p:spPr>
          <a:xfrm>
            <a:off x="548639" y="533400"/>
            <a:ext cx="11091672" cy="14630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Misma escena y monitor que en Python, dibujados sobre un Canvas de JavaFX y animados con AnimationTimer.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Simulado vs. teoría (11,848 llegadas en 10,000 días): Wq 1.691 vs 2.157 · W 3.677 vs 4.157 · Lq 2.004 vs 2.589 · ρ 0.784 vs 0.800.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Costo total simulado $1,860.53/día (hangares $450 + espera $1,410.53) vs. teórico $2,272.49/día. Controles: Iniciar, Pausar, Reiniciar, Fin Rápido, Validación, velocidad y nº de hangares.</a:t>
            </a:r>
          </a:p>
        </p:txBody>
      </p:sp>
    </p:spTree>
    <p:extLst>
      <p:ext uri="{BB962C8B-B14F-4D97-AF65-F5344CB8AC3E}">
        <p14:creationId xmlns:p14="http://schemas.microsoft.com/office/powerpoint/2010/main" val="2175440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1D2604C-7C26-4BCF-BC71-40CAD36C8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02" y="2560320"/>
            <a:ext cx="5454396" cy="4114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3F8F923-CC7B-44A2-A357-C7127DA9A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003" y="2560320"/>
            <a:ext cx="5234222" cy="4114800"/>
          </a:xfrm>
          <a:prstGeom prst="rect">
            <a:avLst/>
          </a:prstGeom>
        </p:spPr>
      </p:pic>
      <p:sp>
        <p:nvSpPr>
          <p:cNvPr id="100" name="Titulo captura"/>
          <p:cNvSpPr txBox="1"/>
          <p:nvPr/>
        </p:nvSpPr>
        <p:spPr>
          <a:xfrm>
            <a:off x="548640" y="137160"/>
            <a:ext cx="11091672" cy="5029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s-MX" b="1" dirty="0"/>
              <a:t>Validación estadística y gráficas:</a:t>
            </a:r>
          </a:p>
        </p:txBody>
      </p:sp>
      <p:sp>
        <p:nvSpPr>
          <p:cNvPr id="101" name="Descripcion captura"/>
          <p:cNvSpPr txBox="1"/>
          <p:nvPr/>
        </p:nvSpPr>
        <p:spPr>
          <a:xfrm>
            <a:off x="548640" y="640080"/>
            <a:ext cx="11091672" cy="18288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Izquierda: reporte con Chi² y K-S (llegadas y servicios), t de Student sobre 20 medias por lotes (sin el 10% inicial) e IC 95% de Wq. Derecha: Lq y Wq por avión contra su valor teórico.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Chi² y K-S no rechazan H0; la t de Student sí (t = −2.120, p = 0.047): Wq simulado 1.691 y el teórico 2.157 queda justo fuera del IC [1.356, 2.152].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Con α = 0.05 un rechazo ocasional es esperable por azar (~1 de cada 20 pruebas), por eso el reporte recomienda reiniciar y repetir la corrida.</a:t>
            </a:r>
          </a:p>
        </p:txBody>
      </p:sp>
    </p:spTree>
    <p:extLst>
      <p:ext uri="{BB962C8B-B14F-4D97-AF65-F5344CB8AC3E}">
        <p14:creationId xmlns:p14="http://schemas.microsoft.com/office/powerpoint/2010/main" val="212151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F8B8224-6D2B-4825-84DA-C4FC0D232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557" y="2191527"/>
            <a:ext cx="3809443" cy="286815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4D31092-88D3-44C6-982E-486857264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014" y="2313447"/>
            <a:ext cx="3557988" cy="274623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FBFA261-1A9D-454F-A990-0F062C129C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3016" y="2313446"/>
            <a:ext cx="3557988" cy="2410953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B4198B30-0E82-4D6F-97A8-80375924834F}"/>
              </a:ext>
            </a:extLst>
          </p:cNvPr>
          <p:cNvSpPr txBox="1"/>
          <p:nvPr/>
        </p:nvSpPr>
        <p:spPr>
          <a:xfrm>
            <a:off x="518160" y="779026"/>
            <a:ext cx="862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R- Simulador de hangares M/M/c:</a:t>
            </a:r>
          </a:p>
        </p:txBody>
      </p:sp>
    </p:spTree>
    <p:extLst>
      <p:ext uri="{BB962C8B-B14F-4D97-AF65-F5344CB8AC3E}">
        <p14:creationId xmlns:p14="http://schemas.microsoft.com/office/powerpoint/2010/main" val="3073557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Descripcion"/>
          <p:cNvSpPr txBox="1"/>
          <p:nvPr/>
        </p:nvSpPr>
        <p:spPr>
          <a:xfrm>
            <a:off x="548640" y="1038106"/>
            <a:ext cx="11091672" cy="29718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Aplicación Shiny: </a:t>
            </a:r>
            <a:r>
              <a:rPr lang="es-MX" dirty="0"/>
              <a:t>ui + server; el estado de la simulación vive en un reactiveVal y la animación avanza con reactiveTimer(150) dentro de un observe().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Modelo: </a:t>
            </a:r>
            <a:r>
              <a:rPr lang="es-MX" dirty="0"/>
              <a:t>constantes LAMBDA, MU, costos y TIEMPO_MAX = 10,000; teoria_mmc() calcula ρ, P0, Lq, Wq y W de M/M/c.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Variables aleatorias: </a:t>
            </a:r>
            <a:r>
              <a:rPr lang="es-MX" dirty="0"/>
              <a:t>exponencial() por transformada inversa, −log(1 − runif(1)) / tasa.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Motor de eventos: </a:t>
            </a:r>
            <a:r>
              <a:rPr lang="es-MX" dirty="0"/>
              <a:t>procesar_eventos_hasta() compara la próxima llegada con la salida más cercana (which.min) y llama a evento_llegada(), evento_salida() y asignar_hangares() (cola FIFO).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Validación y salida: </a:t>
            </a:r>
            <a:r>
              <a:rPr lang="es-MX" dirty="0"/>
              <a:t>chi2_exponencial (10 clases), ks.test(…, "pexp"), t.test sobre medias por lotes e IC 95 % con qt; gráficas con ggplot2 y CSV con downloadHandler.</a:t>
            </a:r>
          </a:p>
        </p:txBody>
      </p:sp>
    </p:spTree>
    <p:extLst>
      <p:ext uri="{BB962C8B-B14F-4D97-AF65-F5344CB8AC3E}">
        <p14:creationId xmlns:p14="http://schemas.microsoft.com/office/powerpoint/2010/main" val="1389788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1E9CF4D-7C07-41DF-A266-8342CFBFA4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529"/>
          <a:stretch/>
        </p:blipFill>
        <p:spPr>
          <a:xfrm>
            <a:off x="548640" y="2651760"/>
            <a:ext cx="5454396" cy="374904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21AA019-6E8F-4CBC-A037-529EE86A9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916" y="2514600"/>
            <a:ext cx="5454396" cy="3886200"/>
          </a:xfrm>
          <a:prstGeom prst="rect">
            <a:avLst/>
          </a:prstGeom>
        </p:spPr>
      </p:pic>
      <p:sp>
        <p:nvSpPr>
          <p:cNvPr id="100" name="Titulo captura"/>
          <p:cNvSpPr txBox="1"/>
          <p:nvPr/>
        </p:nvSpPr>
        <p:spPr>
          <a:xfrm>
            <a:off x="548640" y="182880"/>
            <a:ext cx="11091672" cy="5029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s-MX" b="1" dirty="0"/>
              <a:t>Aplicación </a:t>
            </a:r>
            <a:r>
              <a:rPr lang="es-MX" b="1" dirty="0" err="1"/>
              <a:t>Shiny</a:t>
            </a:r>
            <a:r>
              <a:rPr lang="es-MX" b="1" dirty="0"/>
              <a:t>-controles, monitor y escenario:</a:t>
            </a:r>
          </a:p>
        </p:txBody>
      </p:sp>
      <p:sp>
        <p:nvSpPr>
          <p:cNvPr id="101" name="Descripcion captura"/>
          <p:cNvSpPr txBox="1"/>
          <p:nvPr/>
        </p:nvSpPr>
        <p:spPr>
          <a:xfrm>
            <a:off x="548640" y="731520"/>
            <a:ext cx="11091672" cy="14630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Panel de controles (Iniciar, Pausar, Reiniciar, Fin Rápido), selector de hangares (1–3) y velocidad de animación; estado FINALIZADA a los 10,000 días.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Monitor tras 11,948 aviones atendidos: Wq 2.58 · W 4.57 · Lq 3.08 · ρ 0.79, contra la teoría 2.16 · 4.16 · 2.59 · 0.80.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Costo teórico $2,272.49/día; IC 95% de Wq = [1.3969, 3.7861], que contiene el Wq teórico. Derecha: escenario de hangares dibujado con ggplot2.</a:t>
            </a:r>
          </a:p>
        </p:txBody>
      </p:sp>
    </p:spTree>
    <p:extLst>
      <p:ext uri="{BB962C8B-B14F-4D97-AF65-F5344CB8AC3E}">
        <p14:creationId xmlns:p14="http://schemas.microsoft.com/office/powerpoint/2010/main" val="1978188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B0599AF-9C48-4E76-9063-1E0393B02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0"/>
            <a:ext cx="5454396" cy="389761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73CFFD5-E7DD-4462-9947-61AB4C5F8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966" y="2956081"/>
            <a:ext cx="5454396" cy="3684733"/>
          </a:xfrm>
          <a:prstGeom prst="rect">
            <a:avLst/>
          </a:prstGeom>
        </p:spPr>
      </p:pic>
      <p:sp>
        <p:nvSpPr>
          <p:cNvPr id="100" name="Titulo captura"/>
          <p:cNvSpPr txBox="1"/>
          <p:nvPr/>
        </p:nvSpPr>
        <p:spPr>
          <a:xfrm>
            <a:off x="548640" y="182880"/>
            <a:ext cx="11091672" cy="5029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s-MX" b="1" dirty="0"/>
              <a:t>Gráficas y reporte de validación</a:t>
            </a:r>
            <a:r>
              <a:rPr lang="es-MX" sz="2200" b="1" dirty="0"/>
              <a:t>:</a:t>
            </a:r>
          </a:p>
        </p:txBody>
      </p:sp>
      <p:sp>
        <p:nvSpPr>
          <p:cNvPr id="101" name="Descripcion captura"/>
          <p:cNvSpPr txBox="1"/>
          <p:nvPr/>
        </p:nvSpPr>
        <p:spPr>
          <a:xfrm>
            <a:off x="548640" y="919046"/>
            <a:ext cx="11091672" cy="154983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Izquierda: aviones en cola a lo largo del tiempo y tiempo de espera Wq por avión atendido (ggplot2).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Wq simulado 2.578 vs. teórico 2.157: t de Student sobre medias por lotes con t = 0.761 y p = 0.456, no se rechaza H0; el teórico cae dentro del IC 95% [1.397, 3.786].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Llegadas: Chi² y K-S no se rechazan. Servicios: K-S no se rechaza, pero Chi² (16.938 vs. crítico 16.919, p = 0.050) queda en el límite y se rechaza H0, algo esperable por azar con α = 0.05.</a:t>
            </a:r>
          </a:p>
        </p:txBody>
      </p:sp>
    </p:spTree>
    <p:extLst>
      <p:ext uri="{BB962C8B-B14F-4D97-AF65-F5344CB8AC3E}">
        <p14:creationId xmlns:p14="http://schemas.microsoft.com/office/powerpoint/2010/main" val="9939078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6CC42FC-8343-4804-9880-75F2D57F65D6}"/>
              </a:ext>
            </a:extLst>
          </p:cNvPr>
          <p:cNvSpPr txBox="1"/>
          <p:nvPr/>
        </p:nvSpPr>
        <p:spPr>
          <a:xfrm>
            <a:off x="548640" y="365760"/>
            <a:ext cx="11091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 dirty="0"/>
              <a:t>Ejercicio 2: Inventario Cámaras Bicicletas</a:t>
            </a:r>
          </a:p>
        </p:txBody>
      </p:sp>
      <p:sp>
        <p:nvSpPr>
          <p:cNvPr id="100" name="Cuerpo"/>
          <p:cNvSpPr txBox="1"/>
          <p:nvPr/>
        </p:nvSpPr>
        <p:spPr>
          <a:xfrm>
            <a:off x="548640" y="1188720"/>
            <a:ext cx="11091672" cy="53035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lang="es-MX" sz="1800" b="1" dirty="0"/>
              <a:t>Política (Q, R): </a:t>
            </a:r>
            <a:r>
              <a:rPr lang="es-MX" sz="1800" dirty="0"/>
              <a:t>cuando el inventario baja a R o menos y no hay pedido pendiente, se ordena un lote de Q unidades; la demanda no atendida se pierde.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lang="es-MX" sz="1800" b="1" dirty="0"/>
              <a:t>Demanda diaria: </a:t>
            </a:r>
            <a:r>
              <a:rPr lang="es-MX" sz="1800" dirty="0"/>
              <a:t>2, 4, 6, 8 o 10 unidades con probabilidades 0.10, 0.25, 0.30, 0.25 y 0.10. Tiempo de entrega: 2, 3 o 4 días con probabilidades 0.30, 0.40 y 0.30.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lang="es-MX" sz="1800" b="1" dirty="0"/>
              <a:t>Costos: </a:t>
            </a:r>
            <a:r>
              <a:rPr lang="es-MX" sz="1800" dirty="0"/>
              <a:t>pedido $150, mantener $0.20 por unidad por día y faltante $40 por unidad.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lang="es-MX" sz="1800" b="1" dirty="0"/>
              <a:t>Escenario: </a:t>
            </a:r>
            <a:r>
              <a:rPr lang="es-MX" sz="1800" dirty="0"/>
              <a:t>inventario inicial de 40 unidades, 365 días y política base Q = 80, R = 25; se prueba la malla Q ∈ {40, 60, 80, 100} × R ∈ {15, 20, 25, 30, 35}.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lang="es-MX" sz="1800" b="1" dirty="0"/>
              <a:t>Validación: </a:t>
            </a:r>
            <a:r>
              <a:rPr lang="es-MX" sz="1800" dirty="0"/>
              <a:t>30 réplicas y α = 0.05: t pareada y Wilcoxon (política base vs. alternativa) y Chi² de bondad de ajuste de la demanda y del tiempo de entrega.</a:t>
            </a:r>
          </a:p>
        </p:txBody>
      </p:sp>
    </p:spTree>
    <p:extLst>
      <p:ext uri="{BB962C8B-B14F-4D97-AF65-F5344CB8AC3E}">
        <p14:creationId xmlns:p14="http://schemas.microsoft.com/office/powerpoint/2010/main" val="15863716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Descripcion"/>
          <p:cNvSpPr txBox="1"/>
          <p:nvPr/>
        </p:nvSpPr>
        <p:spPr>
          <a:xfrm>
            <a:off x="548640" y="1002268"/>
            <a:ext cx="11091672" cy="36118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Parámetros: </a:t>
            </a:r>
            <a:r>
              <a:rPr lang="es-MX" dirty="0"/>
              <a:t>demanda {2, 4, 6, 8, 10} y tiempo de entrega {2, 3, 4} con sus probabilidades; costos de pedido $150, mantener $0.20 y faltante $40.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Variables aleatorias: </a:t>
            </a:r>
            <a:r>
              <a:rPr lang="es-MX" dirty="0"/>
              <a:t>discreta() aplica la transformada inversa discreta (cumsum + searchsorted sobre U(0,1)); generar() usa una semilla distinta por réplica.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Modelo (Q, R): </a:t>
            </a:r>
            <a:r>
              <a:rPr lang="es-MX" dirty="0"/>
              <a:t>simular() recorre los días: llega el pedido pendiente, se atiende la demanda, se acumulan costos y, si inv ≤ R y no hay pedido pendiente, se ordena Q con su tiempo de entrega.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Optimización: </a:t>
            </a:r>
            <a:r>
              <a:rPr lang="es-MX" dirty="0"/>
              <a:t>optimizar() simula la malla Q × R con varias réplicas, promedia el costo y dibuja un mapa de calor con la mejor política.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Validación: </a:t>
            </a:r>
            <a:r>
              <a:rPr lang="es-MX" dirty="0"/>
              <a:t>validar() compara política base y alternativa con t pareada (ttest_rel) y Wilcoxon, y aplica Chi² a la demanda y al tiempo de entrega.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7E8093A-9ADE-475D-9B45-C546D5E89F21}"/>
              </a:ext>
            </a:extLst>
          </p:cNvPr>
          <p:cNvSpPr txBox="1"/>
          <p:nvPr/>
        </p:nvSpPr>
        <p:spPr>
          <a:xfrm>
            <a:off x="548640" y="441960"/>
            <a:ext cx="7909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Java- Simulador de hangares M/M/c:</a:t>
            </a:r>
          </a:p>
        </p:txBody>
      </p:sp>
    </p:spTree>
    <p:extLst>
      <p:ext uri="{BB962C8B-B14F-4D97-AF65-F5344CB8AC3E}">
        <p14:creationId xmlns:p14="http://schemas.microsoft.com/office/powerpoint/2010/main" val="37883486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6309ACC-2AE4-4E23-8662-439D3EF1A8E0}"/>
              </a:ext>
            </a:extLst>
          </p:cNvPr>
          <p:cNvSpPr txBox="1"/>
          <p:nvPr/>
        </p:nvSpPr>
        <p:spPr>
          <a:xfrm>
            <a:off x="548640" y="495776"/>
            <a:ext cx="571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Python- Inventario Cámaras Bicicletas: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7030AE3-EA42-4584-90D0-C662AE356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1" y="1334052"/>
            <a:ext cx="5044439" cy="524714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A67A9D3-E2AA-4D6C-8614-06A70326A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34052"/>
            <a:ext cx="5080578" cy="5247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447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2D70EA1-300D-4559-A994-42AF21E9B5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302" y="2773680"/>
            <a:ext cx="8604349" cy="3901440"/>
          </a:xfrm>
          <a:prstGeom prst="rect">
            <a:avLst/>
          </a:prstGeom>
        </p:spPr>
      </p:pic>
      <p:sp>
        <p:nvSpPr>
          <p:cNvPr id="100" name="Titulo captura"/>
          <p:cNvSpPr txBox="1"/>
          <p:nvPr/>
        </p:nvSpPr>
        <p:spPr>
          <a:xfrm>
            <a:off x="548640" y="182880"/>
            <a:ext cx="11091672" cy="5029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s-MX" b="1" dirty="0"/>
              <a:t> Inventario (Q, R):</a:t>
            </a:r>
          </a:p>
        </p:txBody>
      </p:sp>
      <p:sp>
        <p:nvSpPr>
          <p:cNvPr id="101" name="Descripcion captura"/>
          <p:cNvSpPr txBox="1"/>
          <p:nvPr/>
        </p:nvSpPr>
        <p:spPr>
          <a:xfrm>
            <a:off x="548640" y="731520"/>
            <a:ext cx="11091672" cy="14630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Parámetros editables: Q, R, inventario inicial, días (máx. 500), política alternativa (Q₂, R₂), réplicas y semilla (vacía = aleatoria).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Animación de la bodega y gráfica del inventario diario contra el punto de reorden R (línea roja punteada); la captura muestra la corrida a mitad del año.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El panel Resultados muestra el costo acumulado y los pedidos hechos; al terminar el año resume costo total, servicio, inventario promedio y unidades perdidas.</a:t>
            </a:r>
          </a:p>
        </p:txBody>
      </p:sp>
    </p:spTree>
    <p:extLst>
      <p:ext uri="{BB962C8B-B14F-4D97-AF65-F5344CB8AC3E}">
        <p14:creationId xmlns:p14="http://schemas.microsoft.com/office/powerpoint/2010/main" val="29150547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C64C975-A236-4D65-B03B-A42FEE6A5A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910" y="2667000"/>
            <a:ext cx="9295131" cy="4008120"/>
          </a:xfrm>
          <a:prstGeom prst="rect">
            <a:avLst/>
          </a:prstGeom>
        </p:spPr>
      </p:pic>
      <p:sp>
        <p:nvSpPr>
          <p:cNvPr id="100" name="Titulo captura"/>
          <p:cNvSpPr txBox="1"/>
          <p:nvPr/>
        </p:nvSpPr>
        <p:spPr>
          <a:xfrm>
            <a:off x="548640" y="182880"/>
            <a:ext cx="11091672" cy="5029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s-MX" b="1" dirty="0"/>
              <a:t>Optimización (Q, R):</a:t>
            </a:r>
          </a:p>
        </p:txBody>
      </p:sp>
      <p:sp>
        <p:nvSpPr>
          <p:cNvPr id="101" name="Descripcion captura"/>
          <p:cNvSpPr txBox="1"/>
          <p:nvPr/>
        </p:nvSpPr>
        <p:spPr>
          <a:xfrm>
            <a:off x="548640" y="731520"/>
            <a:ext cx="11091672" cy="14630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Botón Optimizar (Q,R) 2D: simula cada combinación de Q ∈ {40, 60, 80, 100} y R ∈ {15, 20, 25, 30, 35} con las mismas réplicas y promedia el costo anual.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Mapa de calor del costo (verde = más barato, rojo = más caro); el punto amarillo marca la mejor política: Q = 100, R = 25.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La tabla de Resultados ordena las mejores combinaciones con su costo y % de servicio, y carga la mejor como política alternativa (Q₂, R₂).</a:t>
            </a:r>
          </a:p>
        </p:txBody>
      </p:sp>
    </p:spTree>
    <p:extLst>
      <p:ext uri="{BB962C8B-B14F-4D97-AF65-F5344CB8AC3E}">
        <p14:creationId xmlns:p14="http://schemas.microsoft.com/office/powerpoint/2010/main" val="15606953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0D87F64-E5A7-4B3A-BA20-3C99DDD4E0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1057" y="2667000"/>
            <a:ext cx="8269886" cy="4008120"/>
          </a:xfrm>
          <a:prstGeom prst="rect">
            <a:avLst/>
          </a:prstGeom>
        </p:spPr>
      </p:pic>
      <p:sp>
        <p:nvSpPr>
          <p:cNvPr id="100" name="Titulo captura"/>
          <p:cNvSpPr txBox="1"/>
          <p:nvPr/>
        </p:nvSpPr>
        <p:spPr>
          <a:xfrm>
            <a:off x="548640" y="182880"/>
            <a:ext cx="11091672" cy="5029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s-MX" b="1" dirty="0"/>
              <a:t>Validación: política base vs. alternativa y Chi²</a:t>
            </a:r>
            <a:r>
              <a:rPr lang="es-MX" sz="2200" b="1" dirty="0"/>
              <a:t>:</a:t>
            </a:r>
          </a:p>
        </p:txBody>
      </p:sp>
      <p:sp>
        <p:nvSpPr>
          <p:cNvPr id="101" name="Descripcion captura"/>
          <p:cNvSpPr txBox="1"/>
          <p:nvPr/>
        </p:nvSpPr>
        <p:spPr>
          <a:xfrm>
            <a:off x="548640" y="731520"/>
            <a:ext cx="11091672" cy="14630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Comparación de políticas con t pareada y Wilcoxon sobre el costo de las réplicas, con IC 95% de la diferencia (base Q = 80, R = 25 vs. alternativa Q₂ = 100, R₂ = 25).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Chi² de bondad de ajuste de la demanda diaria y del tiempo de entrega contra sus distribuciones teóricas, con barras de frecuencia observada vs. esperada.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Las barras observadas y esperadas casi coinciden en ambos casos, lo que respalda que el generador de variables aleatorias es correcto.</a:t>
            </a:r>
          </a:p>
        </p:txBody>
      </p:sp>
    </p:spTree>
    <p:extLst>
      <p:ext uri="{BB962C8B-B14F-4D97-AF65-F5344CB8AC3E}">
        <p14:creationId xmlns:p14="http://schemas.microsoft.com/office/powerpoint/2010/main" val="12931601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A0F118F-422E-4BE5-8F26-CC989C44E04C}"/>
              </a:ext>
            </a:extLst>
          </p:cNvPr>
          <p:cNvSpPr txBox="1"/>
          <p:nvPr/>
        </p:nvSpPr>
        <p:spPr>
          <a:xfrm flipH="1">
            <a:off x="548640" y="274320"/>
            <a:ext cx="11091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Java FX- Inventario cámaras bicicletas</a:t>
            </a:r>
          </a:p>
        </p:txBody>
      </p:sp>
      <p:sp>
        <p:nvSpPr>
          <p:cNvPr id="101" name="Descripcion"/>
          <p:cNvSpPr txBox="1"/>
          <p:nvPr/>
        </p:nvSpPr>
        <p:spPr>
          <a:xfrm>
            <a:off x="548640" y="1120140"/>
            <a:ext cx="11091672" cy="36118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Variables aleatorias: </a:t>
            </a:r>
            <a:r>
              <a:rPr lang="es-MX" dirty="0"/>
              <a:t>discreta() (transformada inversa discreta con java.util.Random) y generar(seed, réplica, días) para demanda y tiempos de entrega.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Modelo (Q, R): </a:t>
            </a:r>
            <a:r>
              <a:rPr lang="es-MX" dirty="0"/>
              <a:t>simular() aplica el mismo ciclo diario que en Python y R y regresa un SimResult con costos, servicio, inventario promedio y series diarias.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Optimización: </a:t>
            </a:r>
            <a:r>
              <a:rPr lang="es-MX" dirty="0"/>
              <a:t>optimizar() recorre Q_GRID × R_GRID con las réplicas, llena matrizCostos y carga la mejor política como (Q₂, R₂).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Validación: </a:t>
            </a:r>
            <a:r>
              <a:rPr lang="es-MX" dirty="0"/>
              <a:t>validar() calcula t pareada y Wilcoxon (con aproximación normal), el IC 95 % y chiTexto() para Chi² de demanda y tiempo de entrega.</a:t>
            </a:r>
          </a:p>
        </p:txBody>
      </p:sp>
    </p:spTree>
    <p:extLst>
      <p:ext uri="{BB962C8B-B14F-4D97-AF65-F5344CB8AC3E}">
        <p14:creationId xmlns:p14="http://schemas.microsoft.com/office/powerpoint/2010/main" val="28252292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369711B-7613-4577-8CC4-0CA9768376ED}"/>
              </a:ext>
            </a:extLst>
          </p:cNvPr>
          <p:cNvSpPr txBox="1"/>
          <p:nvPr/>
        </p:nvSpPr>
        <p:spPr>
          <a:xfrm flipH="1">
            <a:off x="548640" y="274320"/>
            <a:ext cx="11091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Java FX- Inventario cámaras bicicletas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FA8F558-98E7-42F7-BB7C-87D72EB8F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15440"/>
            <a:ext cx="3505200" cy="40386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1BD7A3C-37B0-4613-B34E-0939B25B5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7331" y="1615439"/>
            <a:ext cx="3676029" cy="40386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2FAA725-32B8-4AB8-A9F3-C2230D8CE9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851" y="1615440"/>
            <a:ext cx="3904629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4808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1A0BE2F6-293C-4BA2-AEF5-F522B3D32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063" y="2240280"/>
            <a:ext cx="6802826" cy="4434840"/>
          </a:xfrm>
          <a:prstGeom prst="rect">
            <a:avLst/>
          </a:prstGeom>
        </p:spPr>
      </p:pic>
      <p:sp>
        <p:nvSpPr>
          <p:cNvPr id="100" name="Titulo captura"/>
          <p:cNvSpPr txBox="1"/>
          <p:nvPr/>
        </p:nvSpPr>
        <p:spPr>
          <a:xfrm>
            <a:off x="548640" y="182880"/>
            <a:ext cx="11091672" cy="5029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s-MX" b="1" dirty="0"/>
              <a:t>Simulación del inventario (Q, R):</a:t>
            </a:r>
          </a:p>
        </p:txBody>
      </p:sp>
      <p:sp>
        <p:nvSpPr>
          <p:cNvPr id="101" name="Descripcion captura"/>
          <p:cNvSpPr txBox="1"/>
          <p:nvPr/>
        </p:nvSpPr>
        <p:spPr>
          <a:xfrm>
            <a:off x="548640" y="731520"/>
            <a:ext cx="11091672" cy="14630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Ventana JavaFX con los mismos parámetros (Q = 80, R = 25, inventario inicial 40, 365 días, Q₂ = 100, R₂ = 25 y 30 réplicas) y la bodega con el camión de pedido.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Gráfica del inventario diario (patrón de diente de sierra) con el punto de reorden R en línea roja punteada.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Resultado del año: costo total $8,050.40 (pedidos $4,200.00, mantener $3,370.40, faltantes $480.00), con 28 pedidos y 4 faltantes.</a:t>
            </a:r>
          </a:p>
        </p:txBody>
      </p:sp>
    </p:spTree>
    <p:extLst>
      <p:ext uri="{BB962C8B-B14F-4D97-AF65-F5344CB8AC3E}">
        <p14:creationId xmlns:p14="http://schemas.microsoft.com/office/powerpoint/2010/main" val="41799235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6862209-4193-4020-B69B-A19BED040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3931" y="2377440"/>
            <a:ext cx="6761090" cy="4084320"/>
          </a:xfrm>
          <a:prstGeom prst="rect">
            <a:avLst/>
          </a:prstGeom>
        </p:spPr>
      </p:pic>
      <p:sp>
        <p:nvSpPr>
          <p:cNvPr id="100" name="Titulo captura"/>
          <p:cNvSpPr txBox="1"/>
          <p:nvPr/>
        </p:nvSpPr>
        <p:spPr>
          <a:xfrm>
            <a:off x="548640" y="182880"/>
            <a:ext cx="11091672" cy="5029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s-MX" b="1" dirty="0"/>
              <a:t>Optimización  (Q, R):</a:t>
            </a:r>
          </a:p>
        </p:txBody>
      </p:sp>
      <p:sp>
        <p:nvSpPr>
          <p:cNvPr id="101" name="Descripcion captura"/>
          <p:cNvSpPr txBox="1"/>
          <p:nvPr/>
        </p:nvSpPr>
        <p:spPr>
          <a:xfrm>
            <a:off x="548640" y="731520"/>
            <a:ext cx="11091672" cy="14630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Mapa de calor Q (40–100) × R (15–35) con el costo anual promedio de 30 réplicas; verde = menor costo, rojo = mayor costo.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El círculo amarillo marca la mejor política: Q = 100, R = 25, con costo de $7,722.87 y servicio de 99.73%.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La tabla de resultados ordena las combinaciones y carga la mejor como alternativa (Q₂, R₂) para la validación.</a:t>
            </a:r>
          </a:p>
        </p:txBody>
      </p:sp>
    </p:spTree>
    <p:extLst>
      <p:ext uri="{BB962C8B-B14F-4D97-AF65-F5344CB8AC3E}">
        <p14:creationId xmlns:p14="http://schemas.microsoft.com/office/powerpoint/2010/main" val="31439719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30F0A3F-387D-4598-8BBC-02A5EC812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615" y="2392680"/>
            <a:ext cx="6875721" cy="4282440"/>
          </a:xfrm>
          <a:prstGeom prst="rect">
            <a:avLst/>
          </a:prstGeom>
        </p:spPr>
      </p:pic>
      <p:sp>
        <p:nvSpPr>
          <p:cNvPr id="100" name="Titulo captura"/>
          <p:cNvSpPr txBox="1"/>
          <p:nvPr/>
        </p:nvSpPr>
        <p:spPr>
          <a:xfrm>
            <a:off x="548640" y="182880"/>
            <a:ext cx="11091672" cy="5029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s-MX" b="1" dirty="0"/>
              <a:t>Validación estadística:</a:t>
            </a:r>
          </a:p>
        </p:txBody>
      </p:sp>
      <p:sp>
        <p:nvSpPr>
          <p:cNvPr id="101" name="Descripcion captura"/>
          <p:cNvSpPr txBox="1"/>
          <p:nvPr/>
        </p:nvSpPr>
        <p:spPr>
          <a:xfrm>
            <a:off x="548640" y="731520"/>
            <a:ext cx="11091672" cy="14630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Política base (Q = 80, R = 25) $7,815.55 vs. alternativa (Q₂ = 100, R₂ = 25) $7,618.48; diferencia media de $197.07.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t pareada: t = 5.9651, p ≈ 0; IC 95% de la diferencia [$132.31, $261.82]; Wilcoxon p ≈ 0.000261, es decir, la política alternativa es significativamente más barata.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Barras de Chi² (demanda y tiempo de entrega): las frecuencias observadas y esperadas casi coinciden, lo que respalda los generadores aleatorios.</a:t>
            </a:r>
          </a:p>
        </p:txBody>
      </p:sp>
    </p:spTree>
    <p:extLst>
      <p:ext uri="{BB962C8B-B14F-4D97-AF65-F5344CB8AC3E}">
        <p14:creationId xmlns:p14="http://schemas.microsoft.com/office/powerpoint/2010/main" val="9443773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2A5567B-DFD7-4B74-93FF-BC0C8AFFCAE4}"/>
              </a:ext>
            </a:extLst>
          </p:cNvPr>
          <p:cNvSpPr txBox="1"/>
          <p:nvPr/>
        </p:nvSpPr>
        <p:spPr>
          <a:xfrm>
            <a:off x="548640" y="320040"/>
            <a:ext cx="11091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 R-Inventario cámaras bicicletas:</a:t>
            </a:r>
          </a:p>
        </p:txBody>
      </p:sp>
      <p:sp>
        <p:nvSpPr>
          <p:cNvPr id="101" name="Descripcion"/>
          <p:cNvSpPr txBox="1"/>
          <p:nvPr/>
        </p:nvSpPr>
        <p:spPr>
          <a:xfrm>
            <a:off x="548640" y="855226"/>
            <a:ext cx="11091672" cy="36118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Aplicación Shiny: </a:t>
            </a:r>
            <a:r>
              <a:rPr lang="es-MX" dirty="0"/>
              <a:t>ui + server con campos Q, R, inventario inicial, días, Q₂, R₂, réplicas y semilla; leer_parametros() valida que sean enteros dentro de rango.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Variables aleatorias: </a:t>
            </a:r>
            <a:r>
              <a:rPr lang="es-MX" dirty="0"/>
              <a:t>discreta() usa runif + findInterval (transformada inversa discreta) y restaura .Random.seed; generar() calcula una semilla por réplica.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Modelo (Q, R): </a:t>
            </a:r>
            <a:r>
              <a:rPr lang="es-MX" dirty="0"/>
              <a:t>simular() ejecuta el ciclo diario (llegada del pedido, demanda, costos y reorden si inv ≤ R) y devuelve una lista con costos y series.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Optimización: </a:t>
            </a:r>
            <a:r>
              <a:rPr lang="es-MX" dirty="0"/>
              <a:t>observeEvent(input$optimizar) llena una matriz de costos Q × R con lapply y withProgress, y carga la mejor política en Q₂ y R₂.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s-MX" b="1" dirty="0"/>
              <a:t>Validación y gráficas: </a:t>
            </a:r>
            <a:r>
              <a:rPr lang="es-MX" dirty="0"/>
              <a:t>t.test pareada, wilcox.test y chisq.test; ggplot2 con geom_line (inventario y R), geom_tile (mapa de calor) y geom_col (observada vs. esperada).</a:t>
            </a:r>
          </a:p>
        </p:txBody>
      </p:sp>
    </p:spTree>
    <p:extLst>
      <p:ext uri="{BB962C8B-B14F-4D97-AF65-F5344CB8AC3E}">
        <p14:creationId xmlns:p14="http://schemas.microsoft.com/office/powerpoint/2010/main" val="19719388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CE02AE4-9663-4774-B4BB-93B88FC5D938}"/>
              </a:ext>
            </a:extLst>
          </p:cNvPr>
          <p:cNvSpPr txBox="1"/>
          <p:nvPr/>
        </p:nvSpPr>
        <p:spPr>
          <a:xfrm flipH="1">
            <a:off x="548640" y="274320"/>
            <a:ext cx="906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Java FX- Inventario cámaras bicicletas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02B47FA-79FA-4FBE-A258-0073B00A5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8455" y="1822179"/>
            <a:ext cx="3595090" cy="294435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8CFD8C3-1FCC-4CE9-9552-C410C1940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1778975"/>
            <a:ext cx="3595090" cy="273099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74BD875-D167-43C1-A17F-DEF8C25E99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573" y="1822180"/>
            <a:ext cx="3802467" cy="294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1213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017CFAB-70F5-4EF6-9E28-D8E0E9C37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0073" y="2674621"/>
            <a:ext cx="8771853" cy="3886200"/>
          </a:xfrm>
          <a:prstGeom prst="rect">
            <a:avLst/>
          </a:prstGeom>
        </p:spPr>
      </p:pic>
      <p:sp>
        <p:nvSpPr>
          <p:cNvPr id="100" name="Titulo captura"/>
          <p:cNvSpPr txBox="1"/>
          <p:nvPr/>
        </p:nvSpPr>
        <p:spPr>
          <a:xfrm>
            <a:off x="548640" y="274320"/>
            <a:ext cx="11091672" cy="5029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s-MX" b="1" dirty="0"/>
              <a:t>Simulación del inventario (Q, R)</a:t>
            </a:r>
          </a:p>
        </p:txBody>
      </p:sp>
      <p:sp>
        <p:nvSpPr>
          <p:cNvPr id="101" name="Descripcion captura"/>
          <p:cNvSpPr txBox="1"/>
          <p:nvPr/>
        </p:nvSpPr>
        <p:spPr>
          <a:xfrm>
            <a:off x="548640" y="777240"/>
            <a:ext cx="11091672" cy="14630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App Shiny con campos Q, R, inventario inicial, días, Q₂, R₂, réplicas y semilla (vacía = aleatoria) y botones Iniciar año completo, Optimizar, Validar y Reiniciar.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Gráfica ggplot2 del inventario diario (Q = 80, R = 25) con la línea punteada del punto de reorden R.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Fin del año: costo total $7,654.40 (pedidos $4,050.00, mantener $3,524.40, faltantes $80.00), servicio 99.91%, inventario promedio 48.3, 27 pedidos y 2 unidades perdidas.</a:t>
            </a:r>
          </a:p>
        </p:txBody>
      </p:sp>
    </p:spTree>
    <p:extLst>
      <p:ext uri="{BB962C8B-B14F-4D97-AF65-F5344CB8AC3E}">
        <p14:creationId xmlns:p14="http://schemas.microsoft.com/office/powerpoint/2010/main" val="19330212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6666725-F81A-436A-BCF6-2478B597D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375" y="2529840"/>
            <a:ext cx="8682201" cy="4145280"/>
          </a:xfrm>
          <a:prstGeom prst="rect">
            <a:avLst/>
          </a:prstGeom>
        </p:spPr>
      </p:pic>
      <p:sp>
        <p:nvSpPr>
          <p:cNvPr id="100" name="Titulo captura"/>
          <p:cNvSpPr txBox="1"/>
          <p:nvPr/>
        </p:nvSpPr>
        <p:spPr>
          <a:xfrm>
            <a:off x="548640" y="182880"/>
            <a:ext cx="11091672" cy="5029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s-MX" b="1" dirty="0"/>
              <a:t>Optimización (Q, R)</a:t>
            </a:r>
          </a:p>
        </p:txBody>
      </p:sp>
      <p:sp>
        <p:nvSpPr>
          <p:cNvPr id="101" name="Descripcion captura"/>
          <p:cNvSpPr txBox="1"/>
          <p:nvPr/>
        </p:nvSpPr>
        <p:spPr>
          <a:xfrm>
            <a:off x="655320" y="685800"/>
            <a:ext cx="11091672" cy="14630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Mapa de calor (geom_tile) con el costo anual promedio de cada combinación Q × R; el punto amarillo señala la mejor.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Mejor política: Q = 100, R = 25, igual que en Python y Java; la tabla ordena las 10 mejores con su costo y % de servicio.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La mejor combinación se carga automáticamente en Q₂ y R₂ para compararla con la política base en la validación.</a:t>
            </a:r>
          </a:p>
        </p:txBody>
      </p:sp>
    </p:spTree>
    <p:extLst>
      <p:ext uri="{BB962C8B-B14F-4D97-AF65-F5344CB8AC3E}">
        <p14:creationId xmlns:p14="http://schemas.microsoft.com/office/powerpoint/2010/main" val="14286427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2FAA335-A41A-465F-A65B-4D7AB5AA1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410" y="2514600"/>
            <a:ext cx="8545179" cy="3947160"/>
          </a:xfrm>
          <a:prstGeom prst="rect">
            <a:avLst/>
          </a:prstGeom>
        </p:spPr>
      </p:pic>
      <p:sp>
        <p:nvSpPr>
          <p:cNvPr id="100" name="Titulo captura"/>
          <p:cNvSpPr txBox="1"/>
          <p:nvPr/>
        </p:nvSpPr>
        <p:spPr>
          <a:xfrm>
            <a:off x="548640" y="182880"/>
            <a:ext cx="11091672" cy="5029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s-MX" b="1" dirty="0"/>
              <a:t>Validación: política base vs. alternativa y Chi²:</a:t>
            </a:r>
          </a:p>
        </p:txBody>
      </p:sp>
      <p:sp>
        <p:nvSpPr>
          <p:cNvPr id="101" name="Descripcion captura"/>
          <p:cNvSpPr txBox="1"/>
          <p:nvPr/>
        </p:nvSpPr>
        <p:spPr>
          <a:xfrm>
            <a:off x="548640" y="731520"/>
            <a:ext cx="11091672" cy="16306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Política base (Q = 80, R = 25) $7,718.09 vs. alternativa (Q₂ = 100, R₂ = 25) $7,603.03; diferencia media de $115.07.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t pareada: t = 2.5646, p = 0.0158; IC 95% [23.30, 206.83]; Wilcoxon p = 0.0197, diferencia significativa con α = 0.05 a favor de la política alternativa.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</a:pPr>
            <a:r>
              <a:rPr lang="es-MX" dirty="0"/>
              <a:t>Chi² de la demanda (χ² = 2.522, p = 0.641) y del tiempo de entrega (χ² = 0.415, p = 0.813): no se rechaza H0, las frecuencias observadas se ajustan a las esperadas.</a:t>
            </a:r>
          </a:p>
        </p:txBody>
      </p:sp>
    </p:spTree>
    <p:extLst>
      <p:ext uri="{BB962C8B-B14F-4D97-AF65-F5344CB8AC3E}">
        <p14:creationId xmlns:p14="http://schemas.microsoft.com/office/powerpoint/2010/main" val="35752119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4D40346-696E-4371-95BB-00EEA4FB4E86}"/>
              </a:ext>
            </a:extLst>
          </p:cNvPr>
          <p:cNvSpPr txBox="1"/>
          <p:nvPr/>
        </p:nvSpPr>
        <p:spPr>
          <a:xfrm>
            <a:off x="548640" y="365760"/>
            <a:ext cx="11091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 dirty="0"/>
              <a:t>Conclusión</a:t>
            </a:r>
          </a:p>
        </p:txBody>
      </p:sp>
      <p:sp>
        <p:nvSpPr>
          <p:cNvPr id="100" name="Cuerpo"/>
          <p:cNvSpPr txBox="1"/>
          <p:nvPr/>
        </p:nvSpPr>
        <p:spPr>
          <a:xfrm>
            <a:off x="548640" y="1295400"/>
            <a:ext cx="11091672" cy="21336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spcAft>
                <a:spcPts val="1000"/>
              </a:spcAft>
            </a:pPr>
            <a:r>
              <a:rPr lang="es-MX" dirty="0">
                <a:effectLst/>
              </a:rPr>
              <a:t>Los tres simuladores de hangares reprodujeron el modelo M/M/c con resultados cercanos a la teoría (</a:t>
            </a:r>
            <a:r>
              <a:rPr lang="es-MX" dirty="0" err="1">
                <a:effectLst/>
              </a:rPr>
              <a:t>Wq</a:t>
            </a:r>
            <a:r>
              <a:rPr lang="es-MX" dirty="0">
                <a:effectLst/>
              </a:rPr>
              <a:t> teórico de 2.157 días frente a 2.485 en Python, 1.691 en Java y 2.578 en R). Las pruebas Chi² y K-S confirmaron que llegadas y servicios siguen una distribución exponencial. Los rechazos aislados, como el de la t de </a:t>
            </a:r>
            <a:r>
              <a:rPr lang="es-MX" dirty="0" err="1">
                <a:effectLst/>
              </a:rPr>
              <a:t>Student</a:t>
            </a:r>
            <a:r>
              <a:rPr lang="es-MX" dirty="0">
                <a:effectLst/>
              </a:rPr>
              <a:t> en Java (p = 0.047), son esperables con α = 0.05 y se resuelven repitiendo la corrida. En el inventario, los tres lenguajes coincidieron en que la mejor política es Q = 100 y R = 25. La validación mostró que esta política reduce el costo anual frente a la base (Q = 80, R = 25) de forma estadísticamente significativa. Con ello se comprueba que la simulación, correctamente validada, es una herramienta útil para decidir.</a:t>
            </a:r>
          </a:p>
          <a:p>
            <a:pPr>
              <a:spcAft>
                <a:spcPts val="1000"/>
              </a:spcAft>
            </a:pPr>
            <a:endParaRPr lang="es-MX" sz="1700" dirty="0"/>
          </a:p>
        </p:txBody>
      </p:sp>
    </p:spTree>
    <p:extLst>
      <p:ext uri="{BB962C8B-B14F-4D97-AF65-F5344CB8AC3E}">
        <p14:creationId xmlns:p14="http://schemas.microsoft.com/office/powerpoint/2010/main" val="920983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706</TotalTime>
  <Words>3363</Words>
  <Application>Microsoft Office PowerPoint</Application>
  <PresentationFormat>Panorámica</PresentationFormat>
  <Paragraphs>132</Paragraphs>
  <Slides>33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37" baseType="lpstr">
      <vt:lpstr>Arial</vt:lpstr>
      <vt:lpstr>Calibri</vt:lpstr>
      <vt:lpstr>Calibri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monicasantizovalle@gmail.com</dc:creator>
  <cp:lastModifiedBy>monicasantizovalle@gmail.com</cp:lastModifiedBy>
  <cp:revision>22</cp:revision>
  <dcterms:created xsi:type="dcterms:W3CDTF">2026-09-29T00:05:54Z</dcterms:created>
  <dcterms:modified xsi:type="dcterms:W3CDTF">2026-10-03T03:13:02Z</dcterms:modified>
</cp:coreProperties>
</file>