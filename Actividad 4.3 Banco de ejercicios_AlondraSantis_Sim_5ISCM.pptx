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60" r:id="rId4"/>
    <p:sldId id="264" r:id="rId5"/>
    <p:sldId id="274" r:id="rId6"/>
    <p:sldId id="291" r:id="rId7"/>
    <p:sldId id="322" r:id="rId8"/>
    <p:sldId id="293" r:id="rId9"/>
    <p:sldId id="294" r:id="rId10"/>
    <p:sldId id="295" r:id="rId11"/>
    <p:sldId id="297" r:id="rId12"/>
    <p:sldId id="298" r:id="rId13"/>
    <p:sldId id="299" r:id="rId14"/>
    <p:sldId id="300" r:id="rId15"/>
    <p:sldId id="301" r:id="rId16"/>
    <p:sldId id="302" r:id="rId17"/>
    <p:sldId id="304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20" r:id="rId27"/>
    <p:sldId id="321" r:id="rId28"/>
    <p:sldId id="318" r:id="rId29"/>
    <p:sldId id="319" r:id="rId30"/>
    <p:sldId id="283" r:id="rId31"/>
    <p:sldId id="273" r:id="rId32"/>
    <p:sldId id="281" r:id="rId33"/>
    <p:sldId id="271" r:id="rId34"/>
    <p:sldId id="275" r:id="rId35"/>
    <p:sldId id="276" r:id="rId36"/>
    <p:sldId id="277" r:id="rId37"/>
    <p:sldId id="278" r:id="rId38"/>
    <p:sldId id="279" r:id="rId39"/>
    <p:sldId id="288" r:id="rId40"/>
    <p:sldId id="289" r:id="rId41"/>
    <p:sldId id="290" r:id="rId42"/>
    <p:sldId id="285" r:id="rId43"/>
    <p:sldId id="284" r:id="rId44"/>
    <p:sldId id="280" r:id="rId45"/>
    <p:sldId id="282" r:id="rId46"/>
    <p:sldId id="286" r:id="rId47"/>
    <p:sldId id="287" r:id="rId48"/>
    <p:sldId id="29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67" d="100"/>
          <a:sy n="67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santizovalle@gmail.com" userId="df3a76f942d56e4c" providerId="LiveId" clId="{C666EAC9-ACC4-490A-9887-4307835A0DF8}"/>
    <pc:docChg chg="undo custSel addSld delSld modSld">
      <pc:chgData name="monicasantizovalle@gmail.com" userId="df3a76f942d56e4c" providerId="LiveId" clId="{C666EAC9-ACC4-490A-9887-4307835A0DF8}" dt="2026-10-03T03:14:08.635" v="386"/>
      <pc:docMkLst>
        <pc:docMk/>
      </pc:docMkLst>
      <pc:sldChg chg="addSp delSp modSp mod">
        <pc:chgData name="monicasantizovalle@gmail.com" userId="df3a76f942d56e4c" providerId="LiveId" clId="{C666EAC9-ACC4-490A-9887-4307835A0DF8}" dt="2026-10-03T03:14:08.635" v="386"/>
        <pc:sldMkLst>
          <pc:docMk/>
          <pc:sldMk cId="278625385" sldId="256"/>
        </pc:sldMkLst>
        <pc:spChg chg="add mod">
          <ac:chgData name="monicasantizovalle@gmail.com" userId="df3a76f942d56e4c" providerId="LiveId" clId="{C666EAC9-ACC4-490A-9887-4307835A0DF8}" dt="2026-10-01T18:05:45.320" v="0"/>
          <ac:spMkLst>
            <pc:docMk/>
            <pc:sldMk cId="278625385" sldId="256"/>
            <ac:spMk id="4" creationId="{391EFD96-9C53-445C-84DD-74A141980380}"/>
          </ac:spMkLst>
        </pc:spChg>
        <pc:spChg chg="add del mod">
          <ac:chgData name="monicasantizovalle@gmail.com" userId="df3a76f942d56e4c" providerId="LiveId" clId="{C666EAC9-ACC4-490A-9887-4307835A0DF8}" dt="2026-10-01T18:05:56.339" v="2" actId="21"/>
          <ac:spMkLst>
            <pc:docMk/>
            <pc:sldMk cId="278625385" sldId="256"/>
            <ac:spMk id="5" creationId="{AD6D37CB-F5AD-485D-AA19-2A8D75500486}"/>
          </ac:spMkLst>
        </pc:spChg>
        <pc:spChg chg="add mod">
          <ac:chgData name="monicasantizovalle@gmail.com" userId="df3a76f942d56e4c" providerId="LiveId" clId="{C666EAC9-ACC4-490A-9887-4307835A0DF8}" dt="2026-10-01T18:06:04.616" v="3"/>
          <ac:spMkLst>
            <pc:docMk/>
            <pc:sldMk cId="278625385" sldId="256"/>
            <ac:spMk id="6" creationId="{54AC0F55-4102-4578-80BC-8ED98F128F32}"/>
          </ac:spMkLst>
        </pc:spChg>
        <pc:spChg chg="add mod">
          <ac:chgData name="monicasantizovalle@gmail.com" userId="df3a76f942d56e4c" providerId="LiveId" clId="{C666EAC9-ACC4-490A-9887-4307835A0DF8}" dt="2026-10-01T18:06:38.088" v="66" actId="20577"/>
          <ac:spMkLst>
            <pc:docMk/>
            <pc:sldMk cId="278625385" sldId="256"/>
            <ac:spMk id="8" creationId="{960193DF-91CC-45DD-879A-FC865346A589}"/>
          </ac:spMkLst>
        </pc:spChg>
        <pc:spChg chg="add mod">
          <ac:chgData name="monicasantizovalle@gmail.com" userId="df3a76f942d56e4c" providerId="LiveId" clId="{C666EAC9-ACC4-490A-9887-4307835A0DF8}" dt="2026-10-03T03:13:37.244" v="383" actId="20577"/>
          <ac:spMkLst>
            <pc:docMk/>
            <pc:sldMk cId="278625385" sldId="256"/>
            <ac:spMk id="11" creationId="{59AFE085-023D-4B21-AA34-6FEDEB8D347A}"/>
          </ac:spMkLst>
        </pc:spChg>
        <pc:graphicFrameChg chg="add mod modGraphic">
          <ac:chgData name="monicasantizovalle@gmail.com" userId="df3a76f942d56e4c" providerId="LiveId" clId="{C666EAC9-ACC4-490A-9887-4307835A0DF8}" dt="2026-10-03T03:14:08.635" v="386"/>
          <ac:graphicFrameMkLst>
            <pc:docMk/>
            <pc:sldMk cId="278625385" sldId="256"/>
            <ac:graphicFrameMk id="9" creationId="{D447C473-B66D-47AC-AC5F-845AD25E6DE4}"/>
          </ac:graphicFrameMkLst>
        </pc:graphicFrameChg>
        <pc:picChg chg="add mod">
          <ac:chgData name="monicasantizovalle@gmail.com" userId="df3a76f942d56e4c" providerId="LiveId" clId="{C666EAC9-ACC4-490A-9887-4307835A0DF8}" dt="2026-10-01T18:08:01.041" v="75"/>
          <ac:picMkLst>
            <pc:docMk/>
            <pc:sldMk cId="278625385" sldId="256"/>
            <ac:picMk id="12" creationId="{EA82950E-F837-4D35-B722-6DFE8E3CD329}"/>
          </ac:picMkLst>
        </pc:picChg>
      </pc:sldChg>
      <pc:sldChg chg="modSp mod">
        <pc:chgData name="monicasantizovalle@gmail.com" userId="df3a76f942d56e4c" providerId="LiveId" clId="{C666EAC9-ACC4-490A-9887-4307835A0DF8}" dt="2026-10-01T20:42:55.721" v="151" actId="255"/>
        <pc:sldMkLst>
          <pc:docMk/>
          <pc:sldMk cId="2222901486" sldId="257"/>
        </pc:sldMkLst>
        <pc:spChg chg="mod">
          <ac:chgData name="monicasantizovalle@gmail.com" userId="df3a76f942d56e4c" providerId="LiveId" clId="{C666EAC9-ACC4-490A-9887-4307835A0DF8}" dt="2026-10-01T20:42:55.721" v="151" actId="255"/>
          <ac:spMkLst>
            <pc:docMk/>
            <pc:sldMk cId="2222901486" sldId="257"/>
            <ac:spMk id="50" creationId="{00000000-0000-0000-0000-000000000000}"/>
          </ac:spMkLst>
        </pc:spChg>
        <pc:spChg chg="mod">
          <ac:chgData name="monicasantizovalle@gmail.com" userId="df3a76f942d56e4c" providerId="LiveId" clId="{C666EAC9-ACC4-490A-9887-4307835A0DF8}" dt="2026-10-01T20:38:44.665" v="149" actId="14100"/>
          <ac:spMkLst>
            <pc:docMk/>
            <pc:sldMk cId="2222901486" sldId="257"/>
            <ac:spMk id="52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8:37.465" v="148" actId="14100"/>
        <pc:sldMkLst>
          <pc:docMk/>
          <pc:sldMk cId="1969369937" sldId="260"/>
        </pc:sldMkLst>
        <pc:spChg chg="mod">
          <ac:chgData name="monicasantizovalle@gmail.com" userId="df3a76f942d56e4c" providerId="LiveId" clId="{C666EAC9-ACC4-490A-9887-4307835A0DF8}" dt="2026-10-01T20:38:31.807" v="147" actId="255"/>
          <ac:spMkLst>
            <pc:docMk/>
            <pc:sldMk cId="1969369937" sldId="260"/>
            <ac:spMk id="50" creationId="{00000000-0000-0000-0000-000000000000}"/>
          </ac:spMkLst>
        </pc:spChg>
        <pc:spChg chg="mod">
          <ac:chgData name="monicasantizovalle@gmail.com" userId="df3a76f942d56e4c" providerId="LiveId" clId="{C666EAC9-ACC4-490A-9887-4307835A0DF8}" dt="2026-10-01T20:38:37.465" v="148" actId="14100"/>
          <ac:spMkLst>
            <pc:docMk/>
            <pc:sldMk cId="1969369937" sldId="260"/>
            <ac:spMk id="52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8:16.667" v="144" actId="255"/>
        <pc:sldMkLst>
          <pc:docMk/>
          <pc:sldMk cId="1832773792" sldId="264"/>
        </pc:sldMkLst>
        <pc:spChg chg="mod">
          <ac:chgData name="monicasantizovalle@gmail.com" userId="df3a76f942d56e4c" providerId="LiveId" clId="{C666EAC9-ACC4-490A-9887-4307835A0DF8}" dt="2026-10-01T20:38:16.667" v="144" actId="255"/>
          <ac:spMkLst>
            <pc:docMk/>
            <pc:sldMk cId="1832773792" sldId="264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2:09.683" v="101" actId="207"/>
        <pc:sldMkLst>
          <pc:docMk/>
          <pc:sldMk cId="3484784683" sldId="271"/>
        </pc:sldMkLst>
        <pc:spChg chg="mod">
          <ac:chgData name="monicasantizovalle@gmail.com" userId="df3a76f942d56e4c" providerId="LiveId" clId="{C666EAC9-ACC4-490A-9887-4307835A0DF8}" dt="2026-10-01T20:32:09.683" v="101" actId="207"/>
          <ac:spMkLst>
            <pc:docMk/>
            <pc:sldMk cId="3484784683" sldId="271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2:17.267" v="102" actId="207"/>
        <pc:sldMkLst>
          <pc:docMk/>
          <pc:sldMk cId="1183027625" sldId="275"/>
        </pc:sldMkLst>
        <pc:spChg chg="mod">
          <ac:chgData name="monicasantizovalle@gmail.com" userId="df3a76f942d56e4c" providerId="LiveId" clId="{C666EAC9-ACC4-490A-9887-4307835A0DF8}" dt="2026-10-01T20:32:17.267" v="102" actId="207"/>
          <ac:spMkLst>
            <pc:docMk/>
            <pc:sldMk cId="1183027625" sldId="275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1:31.875" v="96" actId="20577"/>
        <pc:sldMkLst>
          <pc:docMk/>
          <pc:sldMk cId="2547359832" sldId="277"/>
        </pc:sldMkLst>
        <pc:spChg chg="mod">
          <ac:chgData name="monicasantizovalle@gmail.com" userId="df3a76f942d56e4c" providerId="LiveId" clId="{C666EAC9-ACC4-490A-9887-4307835A0DF8}" dt="2026-10-01T20:31:26.067" v="91" actId="207"/>
          <ac:spMkLst>
            <pc:docMk/>
            <pc:sldMk cId="2547359832" sldId="277"/>
            <ac:spMk id="50" creationId="{00000000-0000-0000-0000-000000000000}"/>
          </ac:spMkLst>
        </pc:spChg>
        <pc:spChg chg="mod">
          <ac:chgData name="monicasantizovalle@gmail.com" userId="df3a76f942d56e4c" providerId="LiveId" clId="{C666EAC9-ACC4-490A-9887-4307835A0DF8}" dt="2026-10-01T20:31:31.875" v="96" actId="20577"/>
          <ac:spMkLst>
            <pc:docMk/>
            <pc:sldMk cId="2547359832" sldId="277"/>
            <ac:spMk id="51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1:18.433" v="90" actId="207"/>
        <pc:sldMkLst>
          <pc:docMk/>
          <pc:sldMk cId="1249765985" sldId="278"/>
        </pc:sldMkLst>
        <pc:spChg chg="mod">
          <ac:chgData name="monicasantizovalle@gmail.com" userId="df3a76f942d56e4c" providerId="LiveId" clId="{C666EAC9-ACC4-490A-9887-4307835A0DF8}" dt="2026-10-01T20:31:18.433" v="90" actId="207"/>
          <ac:spMkLst>
            <pc:docMk/>
            <pc:sldMk cId="1249765985" sldId="278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1:11.945" v="88" actId="207"/>
        <pc:sldMkLst>
          <pc:docMk/>
          <pc:sldMk cId="1962407664" sldId="279"/>
        </pc:sldMkLst>
        <pc:spChg chg="mod">
          <ac:chgData name="monicasantizovalle@gmail.com" userId="df3a76f942d56e4c" providerId="LiveId" clId="{C666EAC9-ACC4-490A-9887-4307835A0DF8}" dt="2026-10-01T20:31:11.945" v="88" actId="207"/>
          <ac:spMkLst>
            <pc:docMk/>
            <pc:sldMk cId="1962407664" sldId="279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29:57.725" v="77" actId="207"/>
        <pc:sldMkLst>
          <pc:docMk/>
          <pc:sldMk cId="1893093066" sldId="280"/>
        </pc:sldMkLst>
        <pc:spChg chg="mod">
          <ac:chgData name="monicasantizovalle@gmail.com" userId="df3a76f942d56e4c" providerId="LiveId" clId="{C666EAC9-ACC4-490A-9887-4307835A0DF8}" dt="2026-10-01T20:29:57.725" v="77" actId="207"/>
          <ac:spMkLst>
            <pc:docMk/>
            <pc:sldMk cId="1893093066" sldId="280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2:03.251" v="99" actId="1076"/>
        <pc:sldMkLst>
          <pc:docMk/>
          <pc:sldMk cId="863411628" sldId="281"/>
        </pc:sldMkLst>
        <pc:spChg chg="mod">
          <ac:chgData name="monicasantizovalle@gmail.com" userId="df3a76f942d56e4c" providerId="LiveId" clId="{C666EAC9-ACC4-490A-9887-4307835A0DF8}" dt="2026-10-01T20:32:02.405" v="98" actId="207"/>
          <ac:spMkLst>
            <pc:docMk/>
            <pc:sldMk cId="863411628" sldId="281"/>
            <ac:spMk id="50" creationId="{00000000-0000-0000-0000-000000000000}"/>
          </ac:spMkLst>
        </pc:spChg>
        <pc:spChg chg="mod">
          <ac:chgData name="monicasantizovalle@gmail.com" userId="df3a76f942d56e4c" providerId="LiveId" clId="{C666EAC9-ACC4-490A-9887-4307835A0DF8}" dt="2026-10-01T20:32:03.251" v="99" actId="1076"/>
          <ac:spMkLst>
            <pc:docMk/>
            <pc:sldMk cId="863411628" sldId="281"/>
            <ac:spMk id="51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1:53.158" v="97" actId="207"/>
        <pc:sldMkLst>
          <pc:docMk/>
          <pc:sldMk cId="2128034203" sldId="283"/>
        </pc:sldMkLst>
        <pc:spChg chg="mod">
          <ac:chgData name="monicasantizovalle@gmail.com" userId="df3a76f942d56e4c" providerId="LiveId" clId="{C666EAC9-ACC4-490A-9887-4307835A0DF8}" dt="2026-10-01T20:31:53.158" v="97" actId="207"/>
          <ac:spMkLst>
            <pc:docMk/>
            <pc:sldMk cId="2128034203" sldId="283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0:06.024" v="79" actId="207"/>
        <pc:sldMkLst>
          <pc:docMk/>
          <pc:sldMk cId="606850401" sldId="284"/>
        </pc:sldMkLst>
        <pc:spChg chg="mod">
          <ac:chgData name="monicasantizovalle@gmail.com" userId="df3a76f942d56e4c" providerId="LiveId" clId="{C666EAC9-ACC4-490A-9887-4307835A0DF8}" dt="2026-10-01T20:30:06.024" v="79" actId="207"/>
          <ac:spMkLst>
            <pc:docMk/>
            <pc:sldMk cId="606850401" sldId="284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0:18.121" v="81" actId="207"/>
        <pc:sldMkLst>
          <pc:docMk/>
          <pc:sldMk cId="3448159277" sldId="286"/>
        </pc:sldMkLst>
        <pc:spChg chg="mod">
          <ac:chgData name="monicasantizovalle@gmail.com" userId="df3a76f942d56e4c" providerId="LiveId" clId="{C666EAC9-ACC4-490A-9887-4307835A0DF8}" dt="2026-10-01T20:30:18.121" v="81" actId="207"/>
          <ac:spMkLst>
            <pc:docMk/>
            <pc:sldMk cId="3448159277" sldId="286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0:33.530" v="84" actId="255"/>
        <pc:sldMkLst>
          <pc:docMk/>
          <pc:sldMk cId="3275734634" sldId="287"/>
        </pc:sldMkLst>
        <pc:spChg chg="mod">
          <ac:chgData name="monicasantizovalle@gmail.com" userId="df3a76f942d56e4c" providerId="LiveId" clId="{C666EAC9-ACC4-490A-9887-4307835A0DF8}" dt="2026-10-01T20:30:27.331" v="83" actId="255"/>
          <ac:spMkLst>
            <pc:docMk/>
            <pc:sldMk cId="3275734634" sldId="287"/>
            <ac:spMk id="50" creationId="{00000000-0000-0000-0000-000000000000}"/>
          </ac:spMkLst>
        </pc:spChg>
        <pc:spChg chg="mod">
          <ac:chgData name="monicasantizovalle@gmail.com" userId="df3a76f942d56e4c" providerId="LiveId" clId="{C666EAC9-ACC4-490A-9887-4307835A0DF8}" dt="2026-10-01T20:30:33.530" v="84" actId="255"/>
          <ac:spMkLst>
            <pc:docMk/>
            <pc:sldMk cId="3275734634" sldId="287"/>
            <ac:spMk id="51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1:02.365" v="87" actId="207"/>
        <pc:sldMkLst>
          <pc:docMk/>
          <pc:sldMk cId="1841188605" sldId="289"/>
        </pc:sldMkLst>
        <pc:spChg chg="mod">
          <ac:chgData name="monicasantizovalle@gmail.com" userId="df3a76f942d56e4c" providerId="LiveId" clId="{C666EAC9-ACC4-490A-9887-4307835A0DF8}" dt="2026-10-01T20:31:02.365" v="87" actId="207"/>
          <ac:spMkLst>
            <pc:docMk/>
            <pc:sldMk cId="1841188605" sldId="289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2:35.121" v="104" actId="207"/>
        <pc:sldMkLst>
          <pc:docMk/>
          <pc:sldMk cId="1080332170" sldId="290"/>
        </pc:sldMkLst>
        <pc:spChg chg="mod">
          <ac:chgData name="monicasantizovalle@gmail.com" userId="df3a76f942d56e4c" providerId="LiveId" clId="{C666EAC9-ACC4-490A-9887-4307835A0DF8}" dt="2026-10-01T20:32:35.121" v="104" actId="207"/>
          <ac:spMkLst>
            <pc:docMk/>
            <pc:sldMk cId="1080332170" sldId="290"/>
            <ac:spMk id="50" creationId="{00000000-0000-0000-0000-000000000000}"/>
          </ac:spMkLst>
        </pc:spChg>
      </pc:sldChg>
      <pc:sldChg chg="del">
        <pc:chgData name="monicasantizovalle@gmail.com" userId="df3a76f942d56e4c" providerId="LiveId" clId="{C666EAC9-ACC4-490A-9887-4307835A0DF8}" dt="2026-10-01T21:00:59.222" v="159" actId="2696"/>
        <pc:sldMkLst>
          <pc:docMk/>
          <pc:sldMk cId="2626463890" sldId="292"/>
        </pc:sldMkLst>
      </pc:sldChg>
      <pc:sldChg chg="add del">
        <pc:chgData name="monicasantizovalle@gmail.com" userId="df3a76f942d56e4c" providerId="LiveId" clId="{C666EAC9-ACC4-490A-9887-4307835A0DF8}" dt="2026-10-01T21:01:29.607" v="164"/>
        <pc:sldMkLst>
          <pc:docMk/>
          <pc:sldMk cId="2959076422" sldId="292"/>
        </pc:sldMkLst>
      </pc:sldChg>
      <pc:sldChg chg="add del">
        <pc:chgData name="monicasantizovalle@gmail.com" userId="df3a76f942d56e4c" providerId="LiveId" clId="{C666EAC9-ACC4-490A-9887-4307835A0DF8}" dt="2026-10-01T21:01:36.370" v="166"/>
        <pc:sldMkLst>
          <pc:docMk/>
          <pc:sldMk cId="4156604606" sldId="292"/>
        </pc:sldMkLst>
      </pc:sldChg>
      <pc:sldChg chg="add del">
        <pc:chgData name="monicasantizovalle@gmail.com" userId="df3a76f942d56e4c" providerId="LiveId" clId="{C666EAC9-ACC4-490A-9887-4307835A0DF8}" dt="2026-10-01T21:17:58.044" v="362" actId="2696"/>
        <pc:sldMkLst>
          <pc:docMk/>
          <pc:sldMk cId="2947650423" sldId="293"/>
        </pc:sldMkLst>
      </pc:sldChg>
      <pc:sldChg chg="addSp delSp modSp mod">
        <pc:chgData name="monicasantizovalle@gmail.com" userId="df3a76f942d56e4c" providerId="LiveId" clId="{C666EAC9-ACC4-490A-9887-4307835A0DF8}" dt="2026-10-01T21:17:28.412" v="360" actId="20577"/>
        <pc:sldMkLst>
          <pc:docMk/>
          <pc:sldMk cId="1387703049" sldId="294"/>
        </pc:sldMkLst>
        <pc:spChg chg="add mod">
          <ac:chgData name="monicasantizovalle@gmail.com" userId="df3a76f942d56e4c" providerId="LiveId" clId="{C666EAC9-ACC4-490A-9887-4307835A0DF8}" dt="2026-10-01T21:17:28.412" v="360" actId="20577"/>
          <ac:spMkLst>
            <pc:docMk/>
            <pc:sldMk cId="1387703049" sldId="294"/>
            <ac:spMk id="18" creationId="{77D1D4F1-32BC-44E0-A579-6799390E4A52}"/>
          </ac:spMkLst>
        </pc:spChg>
        <pc:spChg chg="mod">
          <ac:chgData name="monicasantizovalle@gmail.com" userId="df3a76f942d56e4c" providerId="LiveId" clId="{C666EAC9-ACC4-490A-9887-4307835A0DF8}" dt="2026-10-01T21:05:06.696" v="192" actId="1076"/>
          <ac:spMkLst>
            <pc:docMk/>
            <pc:sldMk cId="1387703049" sldId="294"/>
            <ac:spMk id="50" creationId="{00000000-0000-0000-0000-000000000000}"/>
          </ac:spMkLst>
        </pc:spChg>
        <pc:spChg chg="del">
          <ac:chgData name="monicasantizovalle@gmail.com" userId="df3a76f942d56e4c" providerId="LiveId" clId="{C666EAC9-ACC4-490A-9887-4307835A0DF8}" dt="2026-10-01T21:03:40.394" v="188" actId="21"/>
          <ac:spMkLst>
            <pc:docMk/>
            <pc:sldMk cId="1387703049" sldId="294"/>
            <ac:spMk id="51" creationId="{00000000-0000-0000-0000-000000000000}"/>
          </ac:spMkLst>
        </pc:spChg>
        <pc:picChg chg="del">
          <ac:chgData name="monicasantizovalle@gmail.com" userId="df3a76f942d56e4c" providerId="LiveId" clId="{C666EAC9-ACC4-490A-9887-4307835A0DF8}" dt="2026-10-01T21:03:42.319" v="189" actId="21"/>
          <ac:picMkLst>
            <pc:docMk/>
            <pc:sldMk cId="1387703049" sldId="294"/>
            <ac:picMk id="3" creationId="{884247B7-788D-42E5-A989-62AF78B28D0C}"/>
          </ac:picMkLst>
        </pc:picChg>
        <pc:picChg chg="add del mod">
          <ac:chgData name="monicasantizovalle@gmail.com" userId="df3a76f942d56e4c" providerId="LiveId" clId="{C666EAC9-ACC4-490A-9887-4307835A0DF8}" dt="2026-10-01T21:07:09.215" v="205" actId="21"/>
          <ac:picMkLst>
            <pc:docMk/>
            <pc:sldMk cId="1387703049" sldId="294"/>
            <ac:picMk id="4" creationId="{1E893E01-87FD-437D-891F-278AD79D8EC8}"/>
          </ac:picMkLst>
        </pc:picChg>
        <pc:picChg chg="del">
          <ac:chgData name="monicasantizovalle@gmail.com" userId="df3a76f942d56e4c" providerId="LiveId" clId="{C666EAC9-ACC4-490A-9887-4307835A0DF8}" dt="2026-10-01T21:03:43.622" v="190" actId="21"/>
          <ac:picMkLst>
            <pc:docMk/>
            <pc:sldMk cId="1387703049" sldId="294"/>
            <ac:picMk id="5" creationId="{A1715FEB-0A97-4A51-B97E-2915AD24EBED}"/>
          </ac:picMkLst>
        </pc:picChg>
        <pc:picChg chg="del">
          <ac:chgData name="monicasantizovalle@gmail.com" userId="df3a76f942d56e4c" providerId="LiveId" clId="{C666EAC9-ACC4-490A-9887-4307835A0DF8}" dt="2026-10-01T21:03:44.940" v="191" actId="21"/>
          <ac:picMkLst>
            <pc:docMk/>
            <pc:sldMk cId="1387703049" sldId="294"/>
            <ac:picMk id="7" creationId="{295ABA8C-81F1-48DA-8087-DF68BA16744A}"/>
          </ac:picMkLst>
        </pc:picChg>
        <pc:picChg chg="add del mod">
          <ac:chgData name="monicasantizovalle@gmail.com" userId="df3a76f942d56e4c" providerId="LiveId" clId="{C666EAC9-ACC4-490A-9887-4307835A0DF8}" dt="2026-10-01T21:07:11.120" v="206" actId="21"/>
          <ac:picMkLst>
            <pc:docMk/>
            <pc:sldMk cId="1387703049" sldId="294"/>
            <ac:picMk id="8" creationId="{F8DDAFC8-7BC7-4052-B64B-89EB9729309D}"/>
          </ac:picMkLst>
        </pc:picChg>
        <pc:picChg chg="add mod">
          <ac:chgData name="monicasantizovalle@gmail.com" userId="df3a76f942d56e4c" providerId="LiveId" clId="{C666EAC9-ACC4-490A-9887-4307835A0DF8}" dt="2026-10-01T21:08:12.014" v="220" actId="1076"/>
          <ac:picMkLst>
            <pc:docMk/>
            <pc:sldMk cId="1387703049" sldId="294"/>
            <ac:picMk id="10" creationId="{30417788-87DF-4B8C-802F-F552CBFA6634}"/>
          </ac:picMkLst>
        </pc:picChg>
        <pc:picChg chg="add mod">
          <ac:chgData name="monicasantizovalle@gmail.com" userId="df3a76f942d56e4c" providerId="LiveId" clId="{C666EAC9-ACC4-490A-9887-4307835A0DF8}" dt="2026-10-01T21:08:40.618" v="226" actId="14100"/>
          <ac:picMkLst>
            <pc:docMk/>
            <pc:sldMk cId="1387703049" sldId="294"/>
            <ac:picMk id="12" creationId="{D872B441-CF0B-43BD-8F30-7828D34989D0}"/>
          </ac:picMkLst>
        </pc:picChg>
        <pc:picChg chg="add mod">
          <ac:chgData name="monicasantizovalle@gmail.com" userId="df3a76f942d56e4c" providerId="LiveId" clId="{C666EAC9-ACC4-490A-9887-4307835A0DF8}" dt="2026-10-01T21:08:44.480" v="228" actId="14100"/>
          <ac:picMkLst>
            <pc:docMk/>
            <pc:sldMk cId="1387703049" sldId="294"/>
            <ac:picMk id="14" creationId="{6F5079A9-3788-484C-B259-7D30A44858A0}"/>
          </ac:picMkLst>
        </pc:picChg>
      </pc:sldChg>
      <pc:sldChg chg="modSp mod">
        <pc:chgData name="monicasantizovalle@gmail.com" userId="df3a76f942d56e4c" providerId="LiveId" clId="{C666EAC9-ACC4-490A-9887-4307835A0DF8}" dt="2026-10-01T20:37:42.507" v="139" actId="207"/>
        <pc:sldMkLst>
          <pc:docMk/>
          <pc:sldMk cId="604162329" sldId="295"/>
        </pc:sldMkLst>
        <pc:spChg chg="mod">
          <ac:chgData name="monicasantizovalle@gmail.com" userId="df3a76f942d56e4c" providerId="LiveId" clId="{C666EAC9-ACC4-490A-9887-4307835A0DF8}" dt="2026-10-01T20:37:42.507" v="139" actId="207"/>
          <ac:spMkLst>
            <pc:docMk/>
            <pc:sldMk cId="604162329" sldId="295"/>
            <ac:spMk id="50" creationId="{00000000-0000-0000-0000-000000000000}"/>
          </ac:spMkLst>
        </pc:spChg>
      </pc:sldChg>
      <pc:sldChg chg="addSp delSp modSp mod">
        <pc:chgData name="monicasantizovalle@gmail.com" userId="df3a76f942d56e4c" providerId="LiveId" clId="{C666EAC9-ACC4-490A-9887-4307835A0DF8}" dt="2026-10-01T20:35:39.010" v="121" actId="1076"/>
        <pc:sldMkLst>
          <pc:docMk/>
          <pc:sldMk cId="3940947262" sldId="296"/>
        </pc:sldMkLst>
        <pc:spChg chg="add mod">
          <ac:chgData name="monicasantizovalle@gmail.com" userId="df3a76f942d56e4c" providerId="LiveId" clId="{C666EAC9-ACC4-490A-9887-4307835A0DF8}" dt="2026-10-01T20:35:39.010" v="121" actId="1076"/>
          <ac:spMkLst>
            <pc:docMk/>
            <pc:sldMk cId="3940947262" sldId="296"/>
            <ac:spMk id="2" creationId="{666041F3-5689-4CC4-A8DB-79BC4ED03269}"/>
          </ac:spMkLst>
        </pc:spChg>
        <pc:spChg chg="mod">
          <ac:chgData name="monicasantizovalle@gmail.com" userId="df3a76f942d56e4c" providerId="LiveId" clId="{C666EAC9-ACC4-490A-9887-4307835A0DF8}" dt="2026-10-01T20:35:17.053" v="119" actId="255"/>
          <ac:spMkLst>
            <pc:docMk/>
            <pc:sldMk cId="3940947262" sldId="296"/>
            <ac:spMk id="50" creationId="{00000000-0000-0000-0000-000000000000}"/>
          </ac:spMkLst>
        </pc:spChg>
        <pc:spChg chg="del mod">
          <ac:chgData name="monicasantizovalle@gmail.com" userId="df3a76f942d56e4c" providerId="LiveId" clId="{C666EAC9-ACC4-490A-9887-4307835A0DF8}" dt="2026-10-01T20:35:04.495" v="117" actId="21"/>
          <ac:spMkLst>
            <pc:docMk/>
            <pc:sldMk cId="3940947262" sldId="296"/>
            <ac:spMk id="52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7:17.311" v="137" actId="207"/>
        <pc:sldMkLst>
          <pc:docMk/>
          <pc:sldMk cId="638393466" sldId="297"/>
        </pc:sldMkLst>
        <pc:spChg chg="mod">
          <ac:chgData name="monicasantizovalle@gmail.com" userId="df3a76f942d56e4c" providerId="LiveId" clId="{C666EAC9-ACC4-490A-9887-4307835A0DF8}" dt="2026-10-01T20:37:17.311" v="137" actId="207"/>
          <ac:spMkLst>
            <pc:docMk/>
            <pc:sldMk cId="638393466" sldId="297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7:01.308" v="136" actId="207"/>
        <pc:sldMkLst>
          <pc:docMk/>
          <pc:sldMk cId="2755298983" sldId="299"/>
        </pc:sldMkLst>
        <pc:spChg chg="mod">
          <ac:chgData name="monicasantizovalle@gmail.com" userId="df3a76f942d56e4c" providerId="LiveId" clId="{C666EAC9-ACC4-490A-9887-4307835A0DF8}" dt="2026-10-01T20:37:01.308" v="136" actId="207"/>
          <ac:spMkLst>
            <pc:docMk/>
            <pc:sldMk cId="2755298983" sldId="299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6:51.795" v="134" actId="207"/>
        <pc:sldMkLst>
          <pc:docMk/>
          <pc:sldMk cId="2743004111" sldId="300"/>
        </pc:sldMkLst>
        <pc:spChg chg="mod">
          <ac:chgData name="monicasantizovalle@gmail.com" userId="df3a76f942d56e4c" providerId="LiveId" clId="{C666EAC9-ACC4-490A-9887-4307835A0DF8}" dt="2026-10-01T20:36:51.795" v="134" actId="207"/>
          <ac:spMkLst>
            <pc:docMk/>
            <pc:sldMk cId="2743004111" sldId="300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6:41.819" v="133" actId="1076"/>
        <pc:sldMkLst>
          <pc:docMk/>
          <pc:sldMk cId="3500791326" sldId="301"/>
        </pc:sldMkLst>
        <pc:picChg chg="mod">
          <ac:chgData name="monicasantizovalle@gmail.com" userId="df3a76f942d56e4c" providerId="LiveId" clId="{C666EAC9-ACC4-490A-9887-4307835A0DF8}" dt="2026-10-01T20:36:34.820" v="129" actId="1076"/>
          <ac:picMkLst>
            <pc:docMk/>
            <pc:sldMk cId="3500791326" sldId="301"/>
            <ac:picMk id="3" creationId="{D68C58CE-E81E-4839-AC31-1762C6958F37}"/>
          </ac:picMkLst>
        </pc:picChg>
        <pc:picChg chg="mod">
          <ac:chgData name="monicasantizovalle@gmail.com" userId="df3a76f942d56e4c" providerId="LiveId" clId="{C666EAC9-ACC4-490A-9887-4307835A0DF8}" dt="2026-10-01T20:36:40.598" v="132" actId="1076"/>
          <ac:picMkLst>
            <pc:docMk/>
            <pc:sldMk cId="3500791326" sldId="301"/>
            <ac:picMk id="5" creationId="{21ED14BE-7129-4849-AB19-68E78C40B1CD}"/>
          </ac:picMkLst>
        </pc:picChg>
        <pc:picChg chg="mod">
          <ac:chgData name="monicasantizovalle@gmail.com" userId="df3a76f942d56e4c" providerId="LiveId" clId="{C666EAC9-ACC4-490A-9887-4307835A0DF8}" dt="2026-10-01T20:36:41.819" v="133" actId="1076"/>
          <ac:picMkLst>
            <pc:docMk/>
            <pc:sldMk cId="3500791326" sldId="301"/>
            <ac:picMk id="7" creationId="{98309EF0-BE95-46CD-89E5-3D779A73FBCE}"/>
          </ac:picMkLst>
        </pc:picChg>
      </pc:sldChg>
      <pc:sldChg chg="modSp mod">
        <pc:chgData name="monicasantizovalle@gmail.com" userId="df3a76f942d56e4c" providerId="LiveId" clId="{C666EAC9-ACC4-490A-9887-4307835A0DF8}" dt="2026-10-01T20:36:31.046" v="128" actId="1076"/>
        <pc:sldMkLst>
          <pc:docMk/>
          <pc:sldMk cId="459542119" sldId="302"/>
        </pc:sldMkLst>
        <pc:picChg chg="mod">
          <ac:chgData name="monicasantizovalle@gmail.com" userId="df3a76f942d56e4c" providerId="LiveId" clId="{C666EAC9-ACC4-490A-9887-4307835A0DF8}" dt="2026-10-01T20:36:27.075" v="126" actId="1076"/>
          <ac:picMkLst>
            <pc:docMk/>
            <pc:sldMk cId="459542119" sldId="302"/>
            <ac:picMk id="3" creationId="{4994BB1F-3F26-4B33-9306-B5A1A824DB57}"/>
          </ac:picMkLst>
        </pc:picChg>
        <pc:picChg chg="mod">
          <ac:chgData name="monicasantizovalle@gmail.com" userId="df3a76f942d56e4c" providerId="LiveId" clId="{C666EAC9-ACC4-490A-9887-4307835A0DF8}" dt="2026-10-01T20:36:29.249" v="127" actId="1076"/>
          <ac:picMkLst>
            <pc:docMk/>
            <pc:sldMk cId="459542119" sldId="302"/>
            <ac:picMk id="5" creationId="{95DD5B0E-F48C-47A8-AD6C-2870A502E31F}"/>
          </ac:picMkLst>
        </pc:picChg>
        <pc:picChg chg="mod">
          <ac:chgData name="monicasantizovalle@gmail.com" userId="df3a76f942d56e4c" providerId="LiveId" clId="{C666EAC9-ACC4-490A-9887-4307835A0DF8}" dt="2026-10-01T20:36:31.046" v="128" actId="1076"/>
          <ac:picMkLst>
            <pc:docMk/>
            <pc:sldMk cId="459542119" sldId="302"/>
            <ac:picMk id="7" creationId="{9A8EEDCF-1F18-48A7-8C21-BE2D2380D147}"/>
          </ac:picMkLst>
        </pc:picChg>
      </pc:sldChg>
      <pc:sldChg chg="modSp mod">
        <pc:chgData name="monicasantizovalle@gmail.com" userId="df3a76f942d56e4c" providerId="LiveId" clId="{C666EAC9-ACC4-490A-9887-4307835A0DF8}" dt="2026-10-01T20:36:21.298" v="125" actId="207"/>
        <pc:sldMkLst>
          <pc:docMk/>
          <pc:sldMk cId="2901353356" sldId="304"/>
        </pc:sldMkLst>
        <pc:spChg chg="mod">
          <ac:chgData name="monicasantizovalle@gmail.com" userId="df3a76f942d56e4c" providerId="LiveId" clId="{C666EAC9-ACC4-490A-9887-4307835A0DF8}" dt="2026-10-01T20:36:21.298" v="125" actId="207"/>
          <ac:spMkLst>
            <pc:docMk/>
            <pc:sldMk cId="2901353356" sldId="304"/>
            <ac:spMk id="50" creationId="{00000000-0000-0000-0000-000000000000}"/>
          </ac:spMkLst>
        </pc:spChg>
      </pc:sldChg>
      <pc:sldChg chg="modSp mod">
        <pc:chgData name="monicasantizovalle@gmail.com" userId="df3a76f942d56e4c" providerId="LiveId" clId="{C666EAC9-ACC4-490A-9887-4307835A0DF8}" dt="2026-10-01T20:36:03.806" v="123" actId="207"/>
        <pc:sldMkLst>
          <pc:docMk/>
          <pc:sldMk cId="3063864122" sldId="313"/>
        </pc:sldMkLst>
        <pc:spChg chg="mod">
          <ac:chgData name="monicasantizovalle@gmail.com" userId="df3a76f942d56e4c" providerId="LiveId" clId="{C666EAC9-ACC4-490A-9887-4307835A0DF8}" dt="2026-10-01T20:36:03.806" v="123" actId="207"/>
          <ac:spMkLst>
            <pc:docMk/>
            <pc:sldMk cId="3063864122" sldId="313"/>
            <ac:spMk id="50" creationId="{00000000-0000-0000-0000-000000000000}"/>
          </ac:spMkLst>
        </pc:spChg>
      </pc:sldChg>
      <pc:sldChg chg="addSp delSp modSp new mod">
        <pc:chgData name="monicasantizovalle@gmail.com" userId="df3a76f942d56e4c" providerId="LiveId" clId="{C666EAC9-ACC4-490A-9887-4307835A0DF8}" dt="2026-10-01T21:15:14.023" v="354" actId="1076"/>
        <pc:sldMkLst>
          <pc:docMk/>
          <pc:sldMk cId="275545211" sldId="322"/>
        </pc:sldMkLst>
        <pc:spChg chg="add mod">
          <ac:chgData name="monicasantizovalle@gmail.com" userId="df3a76f942d56e4c" providerId="LiveId" clId="{C666EAC9-ACC4-490A-9887-4307835A0DF8}" dt="2026-10-01T21:00:54.923" v="158" actId="1076"/>
          <ac:spMkLst>
            <pc:docMk/>
            <pc:sldMk cId="275545211" sldId="322"/>
            <ac:spMk id="5" creationId="{F5E6D743-2744-4D36-BFA9-63E926FCA677}"/>
          </ac:spMkLst>
        </pc:spChg>
        <pc:spChg chg="add del mod">
          <ac:chgData name="monicasantizovalle@gmail.com" userId="df3a76f942d56e4c" providerId="LiveId" clId="{C666EAC9-ACC4-490A-9887-4307835A0DF8}" dt="2026-10-01T21:13:34.203" v="307" actId="21"/>
          <ac:spMkLst>
            <pc:docMk/>
            <pc:sldMk cId="275545211" sldId="322"/>
            <ac:spMk id="12" creationId="{155564A6-0569-4360-BB94-82C7D8D0A4A7}"/>
          </ac:spMkLst>
        </pc:spChg>
        <pc:spChg chg="add mod">
          <ac:chgData name="monicasantizovalle@gmail.com" userId="df3a76f942d56e4c" providerId="LiveId" clId="{C666EAC9-ACC4-490A-9887-4307835A0DF8}" dt="2026-10-01T21:15:14.023" v="354" actId="1076"/>
          <ac:spMkLst>
            <pc:docMk/>
            <pc:sldMk cId="275545211" sldId="322"/>
            <ac:spMk id="14" creationId="{CC285256-C538-404F-B201-B199E66AC104}"/>
          </ac:spMkLst>
        </pc:spChg>
        <pc:picChg chg="add mod">
          <ac:chgData name="monicasantizovalle@gmail.com" userId="df3a76f942d56e4c" providerId="LiveId" clId="{C666EAC9-ACC4-490A-9887-4307835A0DF8}" dt="2026-10-01T21:10:48.634" v="234" actId="14100"/>
          <ac:picMkLst>
            <pc:docMk/>
            <pc:sldMk cId="275545211" sldId="322"/>
            <ac:picMk id="3" creationId="{D2815AD1-15EF-453E-8043-362454EEAC62}"/>
          </ac:picMkLst>
        </pc:picChg>
        <pc:picChg chg="add del mod">
          <ac:chgData name="monicasantizovalle@gmail.com" userId="df3a76f942d56e4c" providerId="LiveId" clId="{C666EAC9-ACC4-490A-9887-4307835A0DF8}" dt="2026-10-01T21:01:43.412" v="169" actId="21"/>
          <ac:picMkLst>
            <pc:docMk/>
            <pc:sldMk cId="275545211" sldId="322"/>
            <ac:picMk id="6" creationId="{226A5470-753B-41AC-BCD9-AD3588CD981B}"/>
          </ac:picMkLst>
        </pc:picChg>
        <pc:picChg chg="add mod">
          <ac:chgData name="monicasantizovalle@gmail.com" userId="df3a76f942d56e4c" providerId="LiveId" clId="{C666EAC9-ACC4-490A-9887-4307835A0DF8}" dt="2026-10-01T21:10:45.537" v="233" actId="14100"/>
          <ac:picMkLst>
            <pc:docMk/>
            <pc:sldMk cId="275545211" sldId="322"/>
            <ac:picMk id="8" creationId="{B2F46E1A-E479-4B45-9320-867143BFBF6E}"/>
          </ac:picMkLst>
        </pc:picChg>
        <pc:picChg chg="add mod">
          <ac:chgData name="monicasantizovalle@gmail.com" userId="df3a76f942d56e4c" providerId="LiveId" clId="{C666EAC9-ACC4-490A-9887-4307835A0DF8}" dt="2026-10-01T21:10:51.697" v="235" actId="14100"/>
          <ac:picMkLst>
            <pc:docMk/>
            <pc:sldMk cId="275545211" sldId="322"/>
            <ac:picMk id="10" creationId="{E7CBC512-9550-4163-951D-AFE732A95E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85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1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4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7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8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7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7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0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1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1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2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91EFD96-9C53-445C-84DD-74A141980380}"/>
              </a:ext>
            </a:extLst>
          </p:cNvPr>
          <p:cNvSpPr txBox="1"/>
          <p:nvPr/>
        </p:nvSpPr>
        <p:spPr>
          <a:xfrm>
            <a:off x="3489960" y="1444967"/>
            <a:ext cx="5212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TECNOLOGICO NACIONAL DE MEXICO</a:t>
            </a:r>
          </a:p>
          <a:p>
            <a:pPr algn="ctr"/>
            <a:r>
              <a:rPr lang="es-MX" b="1" dirty="0"/>
              <a:t>INSTITUTO TECNOLOGICO DE FRONTERA COMALAPA</a:t>
            </a:r>
          </a:p>
          <a:p>
            <a:pPr algn="ctr"/>
            <a:r>
              <a:rPr lang="es-MX" b="1" dirty="0"/>
              <a:t>UNIDAD ACADEMICA DE VENUSTIANO CARRANZA</a:t>
            </a:r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AC0F55-4102-4578-80BC-8ED98F128F32}"/>
              </a:ext>
            </a:extLst>
          </p:cNvPr>
          <p:cNvSpPr txBox="1"/>
          <p:nvPr/>
        </p:nvSpPr>
        <p:spPr>
          <a:xfrm>
            <a:off x="3495674" y="2476019"/>
            <a:ext cx="5386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“INGENIERIA EN SISTEMAS COMPUTACIONALES”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60193DF-91CC-45DD-879A-FC865346A589}"/>
              </a:ext>
            </a:extLst>
          </p:cNvPr>
          <p:cNvSpPr txBox="1"/>
          <p:nvPr/>
        </p:nvSpPr>
        <p:spPr>
          <a:xfrm>
            <a:off x="3049732" y="2828836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SIMULACION</a:t>
            </a:r>
          </a:p>
          <a:p>
            <a:pPr algn="ctr"/>
            <a:r>
              <a:rPr lang="es-MX" sz="1800" b="1" dirty="0"/>
              <a:t>QUINTO SEMESTRE</a:t>
            </a:r>
          </a:p>
          <a:p>
            <a:pPr algn="ctr"/>
            <a:r>
              <a:rPr lang="es-MX" sz="1800" b="1" dirty="0"/>
              <a:t>ACTIVIDAD</a:t>
            </a:r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 4.3 REPORTE DE PRACTICA</a:t>
            </a:r>
            <a:endParaRPr lang="es-MX" dirty="0"/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D447C473-B66D-47AC-AC5F-845AD25E6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84617"/>
              </p:ext>
            </p:extLst>
          </p:nvPr>
        </p:nvGraphicFramePr>
        <p:xfrm>
          <a:off x="3505200" y="4206240"/>
          <a:ext cx="5376862" cy="6462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1435203959"/>
                    </a:ext>
                  </a:extLst>
                </a:gridCol>
                <a:gridCol w="2725102">
                  <a:extLst>
                    <a:ext uri="{9D8B030D-6E8A-4147-A177-3AD203B41FA5}">
                      <a16:colId xmlns:a16="http://schemas.microsoft.com/office/drawing/2014/main" val="386990733"/>
                    </a:ext>
                  </a:extLst>
                </a:gridCol>
              </a:tblGrid>
              <a:tr h="297156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NOMBRE DEL ALUMNO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76979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Alondra Yudivia Santis Ovalle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241260104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80787521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9AFE085-023D-4B21-AA34-6FEDEB8D347A}"/>
              </a:ext>
            </a:extLst>
          </p:cNvPr>
          <p:cNvSpPr txBox="1"/>
          <p:nvPr/>
        </p:nvSpPr>
        <p:spPr>
          <a:xfrm>
            <a:off x="3139137" y="5032054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PROFESOR:</a:t>
            </a:r>
          </a:p>
          <a:p>
            <a:pPr algn="ctr"/>
            <a:r>
              <a:rPr lang="es-MX" sz="1800" dirty="0"/>
              <a:t>FRANCISCO JAVIER VELAZQUEZ MINGO</a:t>
            </a:r>
          </a:p>
          <a:p>
            <a:pPr algn="ctr"/>
            <a:endParaRPr lang="es-MX" sz="1800" b="1" dirty="0"/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02 DE OCTUBRE DE 2026</a:t>
            </a:r>
            <a:r>
              <a:rPr lang="es-MX" sz="1800" dirty="0"/>
              <a:t>, VENUSTIANO CARRANZA, CHIAPAS</a:t>
            </a:r>
            <a:endParaRPr lang="es-MX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82950E-F837-4D35-B722-6DFE8E3CD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68" y="320161"/>
            <a:ext cx="7772400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400" b="1" dirty="0">
                <a:latin typeface="Calibri"/>
                <a:cs typeface="Calibri"/>
              </a:rPr>
              <a:t>Introducción</a:t>
            </a:r>
          </a:p>
        </p:txBody>
      </p:sp>
      <p:sp>
        <p:nvSpPr>
          <p:cNvPr id="52" name="Cuerpo"/>
          <p:cNvSpPr txBox="1"/>
          <p:nvPr/>
        </p:nvSpPr>
        <p:spPr>
          <a:xfrm>
            <a:off x="914400" y="1245870"/>
            <a:ext cx="10362895" cy="29117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La simulación de eventos discretos permite estudiar sistemas reales sin intervenirlos y comparar alternativas antes de decidir.</a:t>
            </a:r>
          </a:p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En este banco de ejercicios se resuelven dos casos del tema 4.3: una línea de espera multiservidor M/M/c con tres hangares (λ = 1.20 y μ = 0.50 aviones por día) y un sistema de inventarios (Q, R) para cámaras de bicicleta.</a:t>
            </a:r>
          </a:p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Cada caso se programó en Python, Java y R, se ejecutó cinco veces por lenguaje y se validó con pruebas estadísticas paramétricas y no paramétricas.</a:t>
            </a:r>
          </a:p>
        </p:txBody>
      </p:sp>
    </p:spTree>
    <p:extLst>
      <p:ext uri="{BB962C8B-B14F-4D97-AF65-F5344CB8AC3E}">
        <p14:creationId xmlns:p14="http://schemas.microsoft.com/office/powerpoint/2010/main" val="222290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171450"/>
            <a:ext cx="11277295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400" b="1" dirty="0">
                <a:latin typeface="Calibri"/>
                <a:cs typeface="Calibri"/>
              </a:rPr>
              <a:t>Justificación</a:t>
            </a:r>
          </a:p>
        </p:txBody>
      </p:sp>
      <p:sp>
        <p:nvSpPr>
          <p:cNvPr id="52" name="Cuerpo"/>
          <p:cNvSpPr txBox="1"/>
          <p:nvPr/>
        </p:nvSpPr>
        <p:spPr>
          <a:xfrm>
            <a:off x="914400" y="1188720"/>
            <a:ext cx="10362895" cy="2968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Las fórmulas analíticas de líneas de espera solo aplican bajo supuestos estrictos, y los inventarios con demanda y tiempos de entrega aleatorios son difíciles de resolver analíticamente. La simulación permite medir Wq, Lq, ρ y costos, y comparar alternativas como el número de hangares o los valores de Q y R.</a:t>
            </a:r>
          </a:p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Programar el mismo modelo en tres lenguajes verifica que la lógica es consistente, y repetir cinco ejecuciones muestra la variabilidad entre corridas.</a:t>
            </a:r>
          </a:p>
          <a:p>
            <a:pPr marL="0" indent="0" algn="just">
              <a:spcAft>
                <a:spcPts val="140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Validar los generadores aleatorios y los resultados con Chi², Kolmogorov-Smirnov, t de Student y Wilcoxon da confiabilidad a las decisiones que se toman con el simulador.</a:t>
            </a:r>
          </a:p>
        </p:txBody>
      </p:sp>
    </p:spTree>
    <p:extLst>
      <p:ext uri="{BB962C8B-B14F-4D97-AF65-F5344CB8AC3E}">
        <p14:creationId xmlns:p14="http://schemas.microsoft.com/office/powerpoint/2010/main" val="1969369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Ejercicio 1: Líneas de espera de hangares M/M/c</a:t>
            </a:r>
          </a:p>
        </p:txBody>
      </p:sp>
      <p:sp>
        <p:nvSpPr>
          <p:cNvPr id="52" name="Cuerpo"/>
          <p:cNvSpPr txBox="1"/>
          <p:nvPr/>
        </p:nvSpPr>
        <p:spPr>
          <a:xfrm>
            <a:off x="822960" y="1280160"/>
            <a:ext cx="10545775" cy="530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Sistema: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los aviones llegan a un taller con c = 3 hangares en paralelo y una sola cola FIFO.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Parámetros: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llegadas exponenciales con λ = 1.20 aviones/día y servicio exponencial con μ = 0.50 aviones/día por hangar (ρ = 0.80); se simulan 10,000 días.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Costos: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$150 por hangar por día y $704 por avión en cola por día.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Teoría M/M/3: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Wq = 2.157 días, W = 4.157 días, Lq = 2.589 aviones y costo total de $2,272.49 por día.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Validación: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Chi² y Kolmogorov-Smirnov para llegadas y servicios, t de Student sobre medias por lotes e IC 95 % de Wq.</a:t>
            </a:r>
          </a:p>
        </p:txBody>
      </p:sp>
    </p:spTree>
    <p:extLst>
      <p:ext uri="{BB962C8B-B14F-4D97-AF65-F5344CB8AC3E}">
        <p14:creationId xmlns:p14="http://schemas.microsoft.com/office/powerpoint/2010/main" val="183277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468880"/>
            <a:ext cx="11277295" cy="10058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4000" b="1" dirty="0">
                <a:latin typeface="Calibri"/>
                <a:cs typeface="Calibri"/>
              </a:rPr>
              <a:t>Ejecuciones en Python</a:t>
            </a:r>
          </a:p>
        </p:txBody>
      </p:sp>
      <p:sp>
        <p:nvSpPr>
          <p:cNvPr id="51" name="Subtitulo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595959"/>
                </a:solidFill>
                <a:latin typeface="Calibri"/>
                <a:cs typeface="Calibri"/>
              </a:rPr>
              <a:t>Simulador de hangares M/M/c </a:t>
            </a:r>
            <a:r>
              <a:rPr lang="es-MX" sz="2000" dirty="0">
                <a:solidFill>
                  <a:srgbClr val="595959"/>
                </a:solidFill>
                <a:latin typeface="Calibri"/>
                <a:cs typeface="Calibri"/>
              </a:rPr>
              <a:t>-</a:t>
            </a:r>
            <a:r>
              <a:rPr lang="es-MX" sz="2000" b="0" dirty="0">
                <a:solidFill>
                  <a:srgbClr val="595959"/>
                </a:solidFill>
                <a:latin typeface="Calibri"/>
                <a:cs typeface="Calibri"/>
              </a:rPr>
              <a:t>5 ejecuciones</a:t>
            </a:r>
          </a:p>
        </p:txBody>
      </p:sp>
    </p:spTree>
    <p:extLst>
      <p:ext uri="{BB962C8B-B14F-4D97-AF65-F5344CB8AC3E}">
        <p14:creationId xmlns:p14="http://schemas.microsoft.com/office/powerpoint/2010/main" val="309401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885CFE-5A15-4EA9-8BD9-4047A3754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4" y="2468880"/>
            <a:ext cx="4245428" cy="36521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CC621CD-58D3-4B42-B8AB-2F914D576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97" y="2468879"/>
            <a:ext cx="3350772" cy="36521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0ABCABC-5B2D-4366-A24B-B17E43318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354" y="2468879"/>
            <a:ext cx="3461658" cy="365210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12,046 llegadas en 10,000 días. Wq = 2.485 (teórico 2.157), Lq = 2.993 y ρ = 0.799. Costo total simulado de $2,557.03/día contra $2,272.49 teórico. El IC 95 % de Wq [1.888, 3.282] contiene el valor teórico y ni Chi² ni K-S ni la t de Student (p = 0.214) rechazan H0.</a:t>
            </a:r>
          </a:p>
        </p:txBody>
      </p:sp>
    </p:spTree>
    <p:extLst>
      <p:ext uri="{BB962C8B-B14F-4D97-AF65-F5344CB8AC3E}">
        <p14:creationId xmlns:p14="http://schemas.microsoft.com/office/powerpoint/2010/main" val="170092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815AD1-15EF-453E-8043-362454EEA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87" y="2271713"/>
            <a:ext cx="3765948" cy="363631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5E6D743-2744-4D36-BFA9-63E926FCA677}"/>
              </a:ext>
            </a:extLst>
          </p:cNvPr>
          <p:cNvSpPr txBox="1"/>
          <p:nvPr/>
        </p:nvSpPr>
        <p:spPr>
          <a:xfrm>
            <a:off x="3049191" y="49491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1800" b="1" dirty="0">
                <a:latin typeface="Calibri"/>
                <a:cs typeface="Calibri"/>
              </a:rPr>
              <a:t>Ejecución 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F46E1A-E479-4B45-9320-867143BFB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0" y="2271713"/>
            <a:ext cx="3765948" cy="352658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CBC512-9550-4163-951D-AFE732A95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950" y="2400300"/>
            <a:ext cx="3556910" cy="339799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C285256-C538-404F-B201-B199E66AC104}"/>
              </a:ext>
            </a:extLst>
          </p:cNvPr>
          <p:cNvSpPr txBox="1"/>
          <p:nvPr/>
        </p:nvSpPr>
        <p:spPr>
          <a:xfrm>
            <a:off x="363140" y="841967"/>
            <a:ext cx="99440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12,046 llegadas en 10,000 días. Las métricas simuladas muestran </a:t>
            </a:r>
            <a:r>
              <a:rPr lang="es-MX" sz="2000" dirty="0" err="1"/>
              <a:t>Wq</a:t>
            </a:r>
            <a:r>
              <a:rPr lang="es-MX" sz="2000" dirty="0"/>
              <a:t> = 2.485 frente a 2.157 teórico, </a:t>
            </a:r>
            <a:r>
              <a:rPr lang="es-MX" sz="2000" dirty="0" err="1"/>
              <a:t>Lq</a:t>
            </a:r>
            <a:r>
              <a:rPr lang="es-MX" sz="2000" dirty="0"/>
              <a:t> = 2.993 y ρ = 0.799. El costo total simulado fue de $2,557.03/día contra $2,272.49 teórico. El intervalo de confianza al 95% para </a:t>
            </a:r>
            <a:r>
              <a:rPr lang="es-MX" sz="2000" dirty="0" err="1"/>
              <a:t>Wq</a:t>
            </a:r>
            <a:r>
              <a:rPr lang="es-MX" sz="2000" dirty="0"/>
              <a:t> [1.888, 3.282] contiene el valor teórico, y las pruebas Chi², </a:t>
            </a:r>
            <a:r>
              <a:rPr lang="es-MX" sz="2000" dirty="0" err="1"/>
              <a:t>Kolmogorov-Smirnov</a:t>
            </a:r>
            <a:r>
              <a:rPr lang="es-MX" sz="2000" dirty="0"/>
              <a:t> y t de </a:t>
            </a:r>
            <a:r>
              <a:rPr lang="es-MX" sz="2000" dirty="0" err="1"/>
              <a:t>Student</a:t>
            </a:r>
            <a:r>
              <a:rPr lang="es-MX" sz="2000" dirty="0"/>
              <a:t> (p = 0.214) no rechazan H0.</a:t>
            </a:r>
          </a:p>
        </p:txBody>
      </p:sp>
    </p:spTree>
    <p:extLst>
      <p:ext uri="{BB962C8B-B14F-4D97-AF65-F5344CB8AC3E}">
        <p14:creationId xmlns:p14="http://schemas.microsoft.com/office/powerpoint/2010/main" val="275545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3E8FAB-D8FB-4E24-A989-CE9967AC4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9" y="2557849"/>
            <a:ext cx="4122827" cy="37440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31B670-1C43-40DA-B47D-F43F3D10D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100" y="2557849"/>
            <a:ext cx="3488932" cy="37440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DB02F9-2066-412E-9927-F46785C7B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456" y="2557849"/>
            <a:ext cx="3620310" cy="3744097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Reproduce exactamente la ejecución 1 (mismos n, Wq = 2.485 y valores p), lo que indica que se utilizó la misma semilla. No se rechaza H0 en ninguna prueba.</a:t>
            </a:r>
          </a:p>
        </p:txBody>
      </p:sp>
    </p:spTree>
    <p:extLst>
      <p:ext uri="{BB962C8B-B14F-4D97-AF65-F5344CB8AC3E}">
        <p14:creationId xmlns:p14="http://schemas.microsoft.com/office/powerpoint/2010/main" val="294765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685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0417788-87DF-4B8C-802F-F552CBFA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6" y="2594609"/>
            <a:ext cx="4071938" cy="348693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872B441-CF0B-43BD-8F30-7828D349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2594609"/>
            <a:ext cx="3529013" cy="34869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F5079A9-3788-484C-B259-7D30A4485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49" y="2594609"/>
            <a:ext cx="3715268" cy="333470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7D1D4F1-32BC-44E0-A579-6799390E4A52}"/>
              </a:ext>
            </a:extLst>
          </p:cNvPr>
          <p:cNvSpPr txBox="1"/>
          <p:nvPr/>
        </p:nvSpPr>
        <p:spPr>
          <a:xfrm>
            <a:off x="298547" y="1005750"/>
            <a:ext cx="114773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12,804 llegadas en 10,000 días. Las métricas simuladas muestran </a:t>
            </a:r>
            <a:r>
              <a:rPr lang="es-MX" sz="2000" dirty="0" err="1"/>
              <a:t>Wq</a:t>
            </a:r>
            <a:r>
              <a:rPr lang="es-MX" sz="2000" dirty="0"/>
              <a:t> = 2.289 frente a 2.157 teórico, </a:t>
            </a:r>
            <a:r>
              <a:rPr lang="es-MX" sz="2000" dirty="0" err="1"/>
              <a:t>Lq</a:t>
            </a:r>
            <a:r>
              <a:rPr lang="es-MX" sz="2000" dirty="0"/>
              <a:t> = 2.963 y ρ = 0.799. El costo total simulado fue de $6,096.00/día contra $5,229.47 teórico. El intervalo de confianza al 95% para </a:t>
            </a:r>
            <a:r>
              <a:rPr lang="es-MX" sz="2000" dirty="0" err="1"/>
              <a:t>Wq</a:t>
            </a:r>
            <a:r>
              <a:rPr lang="es-MX" sz="2000" dirty="0"/>
              <a:t> [1.813, 2.811] contiene el valor teórico, y las pruebas Chi², </a:t>
            </a:r>
            <a:r>
              <a:rPr lang="es-MX" sz="2000" dirty="0" err="1"/>
              <a:t>Kolmogorov-Smirnov</a:t>
            </a:r>
            <a:r>
              <a:rPr lang="es-MX" sz="2000" dirty="0"/>
              <a:t> y t de </a:t>
            </a:r>
            <a:r>
              <a:rPr lang="es-MX" sz="2000" dirty="0" err="1"/>
              <a:t>Student</a:t>
            </a:r>
            <a:r>
              <a:rPr lang="es-MX" sz="2000" dirty="0"/>
              <a:t> (p = 0.472) no rechazan H0.</a:t>
            </a:r>
          </a:p>
        </p:txBody>
      </p:sp>
    </p:spTree>
    <p:extLst>
      <p:ext uri="{BB962C8B-B14F-4D97-AF65-F5344CB8AC3E}">
        <p14:creationId xmlns:p14="http://schemas.microsoft.com/office/powerpoint/2010/main" val="138770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89DA96-FE5A-477D-B2C9-CF2A57FF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4" y="2767913"/>
            <a:ext cx="4831492" cy="36220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6002F03-C331-442F-8653-8393BADD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549" y="2787201"/>
            <a:ext cx="3759301" cy="36220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310316-0CD6-476F-9987-A329644EA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983" y="2767913"/>
            <a:ext cx="3129093" cy="3622037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12,087 llegadas. Wq = 2.721, Lq = 3.289 y ρ = 0.818; costo total de $2,765.79/día. IC 95 % de Wq [2.144, 3.333] con el teórico dentro. La t de Student (t = 2.047, p = 0.055) queda cerca del límite sin rechazar H0; Chi² y K-S tampoco rechazan.</a:t>
            </a:r>
          </a:p>
        </p:txBody>
      </p:sp>
    </p:spTree>
    <p:extLst>
      <p:ext uri="{BB962C8B-B14F-4D97-AF65-F5344CB8AC3E}">
        <p14:creationId xmlns:p14="http://schemas.microsoft.com/office/powerpoint/2010/main" val="60416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468880"/>
            <a:ext cx="11277295" cy="10058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4000" b="1" dirty="0">
                <a:latin typeface="Calibri"/>
                <a:cs typeface="Calibri"/>
              </a:rPr>
              <a:t>Ejecuciones en Java</a:t>
            </a:r>
          </a:p>
        </p:txBody>
      </p:sp>
      <p:sp>
        <p:nvSpPr>
          <p:cNvPr id="51" name="Subtitulo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595959"/>
                </a:solidFill>
                <a:latin typeface="Calibri"/>
                <a:cs typeface="Calibri"/>
              </a:rPr>
              <a:t>Simulador de hangares M/M/c (JavaFX) · 5 ejecuciones</a:t>
            </a:r>
          </a:p>
        </p:txBody>
      </p:sp>
    </p:spTree>
    <p:extLst>
      <p:ext uri="{BB962C8B-B14F-4D97-AF65-F5344CB8AC3E}">
        <p14:creationId xmlns:p14="http://schemas.microsoft.com/office/powerpoint/2010/main" val="638393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D2293B-D504-495B-AFFC-37CB863DA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9" y="2384853"/>
            <a:ext cx="4040659" cy="38788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F3A02D8-B164-4E43-803C-8C975058A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239" y="2384853"/>
            <a:ext cx="3523940" cy="387881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92D4DE-F233-4A28-BDAA-C62DA92A3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910" y="2384853"/>
            <a:ext cx="3661714" cy="387881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11,848 llegadas. Wq = 1.691 (teórico 2.157), Lq = 2.004 y ρ = 0.784; costo total de $1,860.53/día. La t de Student (t = −2.120, p = 0.047) rechaza H0 y el valor teórico queda fuera del IC 95 % [1.356, 2.152]; Chi² y K-S no rechazan.</a:t>
            </a:r>
          </a:p>
        </p:txBody>
      </p:sp>
    </p:spTree>
    <p:extLst>
      <p:ext uri="{BB962C8B-B14F-4D97-AF65-F5344CB8AC3E}">
        <p14:creationId xmlns:p14="http://schemas.microsoft.com/office/powerpoint/2010/main" val="124596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D22A07-FCD6-43C5-BA1C-7A5241683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03" y="2323070"/>
            <a:ext cx="4090086" cy="38244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8D3243A-0539-429B-AC53-A1C9BFE5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687" y="2323069"/>
            <a:ext cx="3590486" cy="38244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4B1E78-2421-4B83-A5AF-14A24270D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071" y="2323069"/>
            <a:ext cx="3590486" cy="3824415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latin typeface="Calibri"/>
                <a:cs typeface="Calibri"/>
              </a:rPr>
              <a:t>11,951 llegadas. Wq = 2.337; t = 0.147 (p = 0.884). El IC 95 % [1.710, 2.672] contiene el valor teórico. No se rechaza H0 en ninguna prueba</a:t>
            </a:r>
            <a:r>
              <a:rPr lang="es-MX" sz="1300" b="0" dirty="0">
                <a:solidFill>
                  <a:srgbClr val="262626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29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A80A31-517C-4947-A819-0C13DF28B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8" y="2829696"/>
            <a:ext cx="4127157" cy="33643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7F47EE-95D1-4607-A406-01104789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841" y="2829696"/>
            <a:ext cx="3575220" cy="33643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98E333-21E1-4758-982D-998BCB6CB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947" y="2829696"/>
            <a:ext cx="3068198" cy="3262185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11,902 llegadas. Wq = 2.127, la más cercana al valor teórico; t = −0.248 (p = 0.807). IC 95 % [1.335, 2.806] con el teórico dentro. No se rechaza H0 en ninguna prueba.</a:t>
            </a:r>
          </a:p>
        </p:txBody>
      </p:sp>
    </p:spTree>
    <p:extLst>
      <p:ext uri="{BB962C8B-B14F-4D97-AF65-F5344CB8AC3E}">
        <p14:creationId xmlns:p14="http://schemas.microsoft.com/office/powerpoint/2010/main" val="2743004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8C58CE-E81E-4839-AC31-1762C6958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86" y="2499664"/>
            <a:ext cx="3855309" cy="35810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ED14BE-7129-4849-AB19-68E78C40B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386" y="2485376"/>
            <a:ext cx="3522604" cy="35810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309EF0-BE95-46CD-89E5-3D779A73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181" y="2499664"/>
            <a:ext cx="3522604" cy="358109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12,022 llegadas. Wq = 1.932; t = −1.058 (p = 0.303). IC 95 % [1.484, 2.379] con el teórico dentro. No se rechaza H0 en ninguna prueba</a:t>
            </a:r>
            <a:r>
              <a:rPr lang="es-MX" sz="1300" b="0" dirty="0">
                <a:solidFill>
                  <a:srgbClr val="262626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791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94BB1F-3F26-4B33-9306-B5A1A824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2468880"/>
            <a:ext cx="4300151" cy="38985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DD5B0E-F48C-47A8-AD6C-2870A502E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432" y="2468881"/>
            <a:ext cx="3954162" cy="38985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8EEDCF-1F18-48A7-8C21-BE2D2380D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621" y="2468880"/>
            <a:ext cx="3216873" cy="3898555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199" y="22860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400" b="1" dirty="0">
                <a:latin typeface="Calibri"/>
                <a:cs typeface="Calibri"/>
              </a:rPr>
              <a:t>Ejecución 5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11,932 llegadas. Wq = 1.952; la t de Student (t = −2.852, p = 0.010) rechaza H0 y el valor teórico queda fuera del IC 95 % [1.500, 2.057]. Chi² y K-S para llegadas y servicios no rechazan.</a:t>
            </a:r>
          </a:p>
        </p:txBody>
      </p:sp>
    </p:spTree>
    <p:extLst>
      <p:ext uri="{BB962C8B-B14F-4D97-AF65-F5344CB8AC3E}">
        <p14:creationId xmlns:p14="http://schemas.microsoft.com/office/powerpoint/2010/main" val="459542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468880"/>
            <a:ext cx="11277295" cy="10058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4000" b="1" dirty="0">
                <a:latin typeface="Calibri"/>
                <a:cs typeface="Calibri"/>
              </a:rPr>
              <a:t>Ejecuciones</a:t>
            </a:r>
            <a:r>
              <a:rPr lang="es-MX" sz="4000" b="1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lang="es-MX" sz="4000" b="1" dirty="0">
                <a:latin typeface="Calibri"/>
                <a:cs typeface="Calibri"/>
              </a:rPr>
              <a:t>en R</a:t>
            </a:r>
          </a:p>
        </p:txBody>
      </p:sp>
      <p:sp>
        <p:nvSpPr>
          <p:cNvPr id="51" name="Subtitulo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595959"/>
                </a:solidFill>
                <a:latin typeface="Calibri"/>
                <a:cs typeface="Calibri"/>
              </a:rPr>
              <a:t>Simulador de hangares M/M/c (Shiny) · 5 ejecuciones y demostración con un hangar</a:t>
            </a:r>
          </a:p>
        </p:txBody>
      </p:sp>
    </p:spTree>
    <p:extLst>
      <p:ext uri="{BB962C8B-B14F-4D97-AF65-F5344CB8AC3E}">
        <p14:creationId xmlns:p14="http://schemas.microsoft.com/office/powerpoint/2010/main" val="290135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B0CEEB0-B5C9-4AD2-A1FD-AAC5C97B79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94" b="-1"/>
          <a:stretch/>
        </p:blipFill>
        <p:spPr>
          <a:xfrm>
            <a:off x="449714" y="2114550"/>
            <a:ext cx="5036686" cy="43413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8FE4498-20D5-455E-B0B2-83AE8D62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13" y="2021714"/>
            <a:ext cx="5842573" cy="443423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1 -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Monitor de la simulación a 10,000 días con 3 hangares: Wq, W, Lq y ρ simulados contra los teóricos, análisis económico y estado final de los hangares en el escenario.</a:t>
            </a:r>
          </a:p>
        </p:txBody>
      </p:sp>
    </p:spTree>
    <p:extLst>
      <p:ext uri="{BB962C8B-B14F-4D97-AF65-F5344CB8AC3E}">
        <p14:creationId xmlns:p14="http://schemas.microsoft.com/office/powerpoint/2010/main" val="3493860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A6D216-1FDE-44BF-A9A1-3ED6DCF2F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87" y="2586038"/>
            <a:ext cx="5796563" cy="37055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D0FDA3-9654-4FEC-B22A-AC3D4D602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586037"/>
            <a:ext cx="4647640" cy="3705557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1 - 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11,951 llegadas. Wq = 2.578 (teórico 2.157); t = 0.761 (p = 0.456) e IC 95 % [1.397, 3.786] con el teórico dentro. El Chi² de los servicios (χ² = 16.938, p = 0.050) queda en el límite y se rechaza H0; K-S no rechaza.</a:t>
            </a:r>
          </a:p>
        </p:txBody>
      </p:sp>
    </p:spTree>
    <p:extLst>
      <p:ext uri="{BB962C8B-B14F-4D97-AF65-F5344CB8AC3E}">
        <p14:creationId xmlns:p14="http://schemas.microsoft.com/office/powerpoint/2010/main" val="872442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62F6EB-B523-42FC-8D6E-3DF451425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32" y="3118981"/>
            <a:ext cx="5148793" cy="32596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02EE10-59DC-4539-8384-B222475A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02" y="3428999"/>
            <a:ext cx="4964898" cy="2949653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2 -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Monitor de la simulación a 10,000 días con 3 hangares: Wq, W, Lq y ρ simulados contra los teóricos, análisis económico y estado final de los hangares en el escenario.</a:t>
            </a:r>
          </a:p>
        </p:txBody>
      </p:sp>
    </p:spTree>
    <p:extLst>
      <p:ext uri="{BB962C8B-B14F-4D97-AF65-F5344CB8AC3E}">
        <p14:creationId xmlns:p14="http://schemas.microsoft.com/office/powerpoint/2010/main" val="361977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E57D46-9D5D-40F8-AE85-8E86568AC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3" y="3130052"/>
            <a:ext cx="5516902" cy="32191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5A07A5-867B-4BEA-B100-C44926716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47" y="3130052"/>
            <a:ext cx="4190286" cy="3092434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 · 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12,022 llegadas. Wq = 1.684: la t de Student (t = −3.667, p = 0.002) rechaza H0 y el teórico queda fuera del IC 95 % [1.493, 1.976]. K-S de los servicios (D = 0.013, p = 0.037) también rechaza; Chi² no.</a:t>
            </a:r>
          </a:p>
        </p:txBody>
      </p:sp>
    </p:spTree>
    <p:extLst>
      <p:ext uri="{BB962C8B-B14F-4D97-AF65-F5344CB8AC3E}">
        <p14:creationId xmlns:p14="http://schemas.microsoft.com/office/powerpoint/2010/main" val="151602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449EDF-CF7A-41A0-B859-920443AC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40" y="2931091"/>
            <a:ext cx="5002434" cy="30934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214AA9-FE6B-4B54-BECF-A02577951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22" y="2931091"/>
            <a:ext cx="4340520" cy="309341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3 -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39" y="985058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Monitor de la simulación a 10,000 días con 3 hangares: Wq, W, Lq y ρ simulados contra los teóricos, análisis económico y estado final de los hangares en el escenario.</a:t>
            </a:r>
          </a:p>
        </p:txBody>
      </p:sp>
    </p:spTree>
    <p:extLst>
      <p:ext uri="{BB962C8B-B14F-4D97-AF65-F5344CB8AC3E}">
        <p14:creationId xmlns:p14="http://schemas.microsoft.com/office/powerpoint/2010/main" val="3574667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80AA4B-EED4-4E4E-9552-0B3553687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67" y="2555309"/>
            <a:ext cx="4724611" cy="3125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A29109C-C1C7-48C7-9900-19BB56125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52" y="2467627"/>
            <a:ext cx="4003082" cy="3125250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</a:t>
            </a:r>
            <a:r>
              <a:rPr lang="es-MX" sz="2000" b="1" dirty="0">
                <a:solidFill>
                  <a:srgbClr val="1F3864"/>
                </a:solidFill>
                <a:latin typeface="Calibri"/>
                <a:cs typeface="Calibri"/>
              </a:rPr>
              <a:t> </a:t>
            </a:r>
            <a:r>
              <a:rPr lang="es-MX" sz="2000" b="1" dirty="0">
                <a:latin typeface="Calibri"/>
                <a:cs typeface="Calibri"/>
              </a:rPr>
              <a:t>3 - 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11,926 llegadas. Wq = 2.116; t = 0.072 (p = 0.943) e IC 95 % [1.434, 2.933] con el teórico dentro. No se rechaza H0 en ninguna prueba</a:t>
            </a:r>
            <a:r>
              <a:rPr lang="es-MX" sz="1300" b="0" dirty="0">
                <a:solidFill>
                  <a:srgbClr val="262626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3864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6140E2-0BAE-4D7E-AF38-F5D7653C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87" y="2392472"/>
            <a:ext cx="4619436" cy="33151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8037925-C307-4BE4-BC54-C0437B75C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748" y="2392472"/>
            <a:ext cx="4240287" cy="331512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 ·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Monitor de la simulación a 10,000 días con 3 hangares: Wq, W, Lq y ρ simulados contra los teóricos, análisis económico y estado final de los hangares en el escenario.</a:t>
            </a:r>
          </a:p>
        </p:txBody>
      </p:sp>
    </p:spTree>
    <p:extLst>
      <p:ext uri="{BB962C8B-B14F-4D97-AF65-F5344CB8AC3E}">
        <p14:creationId xmlns:p14="http://schemas.microsoft.com/office/powerpoint/2010/main" val="3404948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683DB7-DC75-4F67-86C7-8250FA6B2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1" y="2370780"/>
            <a:ext cx="6342940" cy="36174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E10B9D-793B-448C-8A3E-75418970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90" y="2370778"/>
            <a:ext cx="4539321" cy="3617459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4 -Gráficas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latin typeface="Calibri"/>
                <a:cs typeface="Calibri"/>
              </a:rPr>
              <a:t>12,070 llegadas. Wq = 2.451; t = 1.104 (p = 0.283) e IC 95 % [1.910, 2.958] con el teórico dentro. No se rechaza H0 en ninguna prueba</a:t>
            </a:r>
            <a:r>
              <a:rPr lang="es-MX" sz="1300" b="0" dirty="0">
                <a:solidFill>
                  <a:srgbClr val="262626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5034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A8DB0E-38A7-4FDB-86FA-C316FE0E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3025270"/>
            <a:ext cx="5257800" cy="323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1CD2D9-CFD7-4EC2-9B37-68A7A2FEB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1" y="3025269"/>
            <a:ext cx="4381499" cy="3233069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5 -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Monitor de la simulación a 10,000 días con 3 hangares: Wq, W, Lq y ρ simulados contra los teóricos, análisis económico y estado final de los hangares en el escenario.</a:t>
            </a:r>
          </a:p>
        </p:txBody>
      </p:sp>
    </p:spTree>
    <p:extLst>
      <p:ext uri="{BB962C8B-B14F-4D97-AF65-F5344CB8AC3E}">
        <p14:creationId xmlns:p14="http://schemas.microsoft.com/office/powerpoint/2010/main" val="189450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F0AEB4-390F-429D-8A5C-B09B4BEF2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6" y="2508804"/>
            <a:ext cx="5057777" cy="37256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0175A44-5301-43D4-A554-18754E2D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94" y="2508804"/>
            <a:ext cx="5394370" cy="3725631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199" y="187856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5 - 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12,129 llegadas. Wq = 2.281; t = 0.186 (p = 0.854) e IC 95 % [1.656, 2.756] con el teórico dentro. No se rechaza H0 en ninguna prueba.</a:t>
            </a:r>
          </a:p>
        </p:txBody>
      </p:sp>
    </p:spTree>
    <p:extLst>
      <p:ext uri="{BB962C8B-B14F-4D97-AF65-F5344CB8AC3E}">
        <p14:creationId xmlns:p14="http://schemas.microsoft.com/office/powerpoint/2010/main" val="2871543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B67C642-BB4A-4919-8D0C-57DE6711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19" y="1997486"/>
            <a:ext cx="5331913" cy="37173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4651E8-3BFB-4692-829D-3D6138F6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3692"/>
            <a:ext cx="5025882" cy="350117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Demostración con un hangar - Monitor y escenario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Con c = 1 el programa advierte que ρ = λ/μ = 2.40 ≥ 1: el sistema no alcanza estado estable y la cola crece sin límite, por lo que no existe Wq teórico para comparar</a:t>
            </a:r>
            <a:r>
              <a:rPr lang="es-MX" sz="1300" b="0" dirty="0">
                <a:solidFill>
                  <a:srgbClr val="262626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701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F61F38-4303-4A63-A31B-9A46483C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34" y="2379945"/>
            <a:ext cx="4807662" cy="32191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9EF99A3-FD17-4645-B962-88583F1ED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79945"/>
            <a:ext cx="4513545" cy="3219189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Demostración con un hangar · Gráficas y validación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792" y="73152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Las llegadas (12,102) superan por mucho a los servicios completados (5,019), por lo que el número de aviones en cola y la espera crecen de forma casi lineal. Chi² y K-S de llegadas y servicios no rechazan H0 (p entre 0.276 y 0.833).</a:t>
            </a:r>
          </a:p>
        </p:txBody>
      </p:sp>
    </p:spTree>
    <p:extLst>
      <p:ext uri="{BB962C8B-B14F-4D97-AF65-F5344CB8AC3E}">
        <p14:creationId xmlns:p14="http://schemas.microsoft.com/office/powerpoint/2010/main" val="642505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400" b="1" dirty="0">
                <a:latin typeface="Calibri"/>
                <a:cs typeface="Calibri"/>
              </a:rPr>
              <a:t>Ejercicio 2: Sistema de inventarios de cámaras de bicicleta</a:t>
            </a:r>
          </a:p>
        </p:txBody>
      </p:sp>
      <p:sp>
        <p:nvSpPr>
          <p:cNvPr id="52" name="Cuerpo"/>
          <p:cNvSpPr txBox="1"/>
          <p:nvPr/>
        </p:nvSpPr>
        <p:spPr>
          <a:xfrm>
            <a:off x="822959" y="1325880"/>
            <a:ext cx="10545775" cy="530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Política (Q, R):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cuando el inventario baja a R o menos y no hay pedido pendiente, se ordena un lote de Q unidades; la demanda no atendida se pierde.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Demanda diaria: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2, 4, 6, 8 o 10 unidades con probabilidades 0.10, 0.25, 0.30, 0.25 y 0.10. Tiempo de entrega de 2, 3 o 4 días con probabilidades 0.30, 0.40 y 0.30.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Costos: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pedido $150, mantener $0.20 por unidad por día y faltante $40 por unidad.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Escenario: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inventario inicial de 40 unidades, 365 días y política base Q = 80, R = 25; la optimización 2D prueba Q ∈ {40, 60, 80, 100} y R ∈ {15, 20, 25, 30, 35}.</a:t>
            </a: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es-MX" sz="2000" b="1" dirty="0">
                <a:solidFill>
                  <a:srgbClr val="262626"/>
                </a:solidFill>
                <a:latin typeface="Calibri"/>
                <a:cs typeface="Calibri"/>
              </a:rPr>
              <a:t>Validación: </a:t>
            </a: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30 réplicas con α = 0.05: t pareada y Wilcoxon (base contra alternativa) y Chi² de la demanda y del tiempo de entrega.</a:t>
            </a:r>
          </a:p>
        </p:txBody>
      </p:sp>
    </p:spTree>
    <p:extLst>
      <p:ext uri="{BB962C8B-B14F-4D97-AF65-F5344CB8AC3E}">
        <p14:creationId xmlns:p14="http://schemas.microsoft.com/office/powerpoint/2010/main" val="2128034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A7E9339-74A1-40B3-A773-7D19F4E7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08" y="2377440"/>
            <a:ext cx="3893820" cy="39859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3A34A12-6E75-4E74-8A51-5833DCD4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360" y="2377440"/>
            <a:ext cx="3893820" cy="39859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1A8682E-C08F-4E87-8710-561530BAA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812" y="2377438"/>
            <a:ext cx="3413760" cy="3985925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Ejecuciones en Python · Ejecución 1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 con Q = 80, R = 25: $7,632.40 (servicio 99.91 %). La optimización 2D elige Q = 100, R = 25 ($7,611.87). La alternativa ahorra $149.55 (t = 5.504, p &lt; 0.001; Wilcoxon p &lt; 0.001). Chi² no rechaza la demanda (p = 0.864) pero sí el tiempo de entrega (p = 0.007).</a:t>
            </a:r>
          </a:p>
        </p:txBody>
      </p:sp>
    </p:spTree>
    <p:extLst>
      <p:ext uri="{BB962C8B-B14F-4D97-AF65-F5344CB8AC3E}">
        <p14:creationId xmlns:p14="http://schemas.microsoft.com/office/powerpoint/2010/main" val="1049776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33C12C-5134-41FC-91A1-C243083D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35" y="2455333"/>
            <a:ext cx="3894666" cy="38709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F8DFAE-3CA5-49CC-B9E3-5581B1EC5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67" y="2455334"/>
            <a:ext cx="3894666" cy="387094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0E856A0-2B84-4AA0-8813-E8428058F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299" y="2455333"/>
            <a:ext cx="3488266" cy="3870941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83439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$7,785.60 (servicio 99.91 %). Mejor política: Q = 100, R = 25 ($7,606.60). La alternativa cuesta $115.43 menos (t = 3.413, p = 0.002; Wilcoxon p = 0.003). Chi² no rechaza la demanda (p = 0.208) ni el tiempo de entrega (p = 0.256).</a:t>
            </a:r>
          </a:p>
        </p:txBody>
      </p:sp>
    </p:spTree>
    <p:extLst>
      <p:ext uri="{BB962C8B-B14F-4D97-AF65-F5344CB8AC3E}">
        <p14:creationId xmlns:p14="http://schemas.microsoft.com/office/powerpoint/2010/main" val="863411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B027D1-1A25-4405-8AF5-1EA3D3348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80" y="2607732"/>
            <a:ext cx="3781887" cy="37860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1B511F-5902-4D62-AF2F-7DF12D6D1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2" y="2607732"/>
            <a:ext cx="4030134" cy="37860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342F28-BFDD-4950-8439-37AD8F09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071" y="2607732"/>
            <a:ext cx="3612549" cy="3786039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$7,802.00 con 6 unidades perdidas (servicio 99.72 %). Mejor política: Q = 100, R = 25 ($7,653.85). La alternativa cuesta $87.28 menos (t = 2.248, p = 0.032; Wilcoxon p = 0.016). Chi² no rechaza H0 (p = 0.738 y 0.754).</a:t>
            </a:r>
          </a:p>
        </p:txBody>
      </p:sp>
    </p:spTree>
    <p:extLst>
      <p:ext uri="{BB962C8B-B14F-4D97-AF65-F5344CB8AC3E}">
        <p14:creationId xmlns:p14="http://schemas.microsoft.com/office/powerpoint/2010/main" val="3484784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361C28-8923-479B-A76F-D844263EB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52" y="2523067"/>
            <a:ext cx="4018716" cy="36945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762853-DE76-451E-A8A2-9BA2AF652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068" y="2523067"/>
            <a:ext cx="4018716" cy="3834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AB8D867-CF17-4DE6-9739-060510F5D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584" y="2523067"/>
            <a:ext cx="3279864" cy="3834500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$7,657.20 sin faltantes (servicio 100 %). Mejor política: Q = 100, R = 25 ($7,656.65). La alternativa cuesta $155.59 menos (t = 3.127, p = 0.004; Wilcoxon p = 0.008). Chi² no rechaza H0 (p = 0.602 y 0.446).</a:t>
            </a:r>
          </a:p>
        </p:txBody>
      </p:sp>
    </p:spTree>
    <p:extLst>
      <p:ext uri="{BB962C8B-B14F-4D97-AF65-F5344CB8AC3E}">
        <p14:creationId xmlns:p14="http://schemas.microsoft.com/office/powerpoint/2010/main" val="1183027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9E4D6B9-EB20-4A17-BF3C-91D6BE8F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9" y="2607734"/>
            <a:ext cx="3864352" cy="36874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E15A0B-B3ED-4F46-8436-F37A18D05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034" y="2607734"/>
            <a:ext cx="3683932" cy="36874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BC6B86-E2DF-437D-8E73-2C5ED48FD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999" y="2607734"/>
            <a:ext cx="3683933" cy="368748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$7,685.60 sin faltantes (servicio 100 %). Mejor política: Q = 100, R = 25 ($7,625.45). La alternativa cuesta $137.33 menos (t = 3.832, p &lt; 0.001; Wilcoxon p &lt; 0.001). Chi² no rechaza H0 (p = 0.905 y 0.799).</a:t>
            </a:r>
          </a:p>
        </p:txBody>
      </p:sp>
    </p:spTree>
    <p:extLst>
      <p:ext uri="{BB962C8B-B14F-4D97-AF65-F5344CB8AC3E}">
        <p14:creationId xmlns:p14="http://schemas.microsoft.com/office/powerpoint/2010/main" val="2370937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200" y="2468880"/>
            <a:ext cx="11277295" cy="10058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4000" b="1" dirty="0">
                <a:latin typeface="Calibri"/>
                <a:cs typeface="Calibri"/>
              </a:rPr>
              <a:t>Ejecuciones en Java</a:t>
            </a:r>
          </a:p>
        </p:txBody>
      </p:sp>
      <p:sp>
        <p:nvSpPr>
          <p:cNvPr id="51" name="Subtitulo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595959"/>
                </a:solidFill>
                <a:latin typeface="Calibri"/>
                <a:cs typeface="Calibri"/>
              </a:rPr>
              <a:t>Inventario de cámaras de bicicleta (JavaFX) -5 ejecuciones</a:t>
            </a:r>
          </a:p>
        </p:txBody>
      </p:sp>
    </p:spTree>
    <p:extLst>
      <p:ext uri="{BB962C8B-B14F-4D97-AF65-F5344CB8AC3E}">
        <p14:creationId xmlns:p14="http://schemas.microsoft.com/office/powerpoint/2010/main" val="2547359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E2B1B06-56C4-4C45-8F4B-81989A841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1" y="2671762"/>
            <a:ext cx="3814762" cy="39056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529442-E588-4FBB-B25C-4DCB4EBD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456" y="2671762"/>
            <a:ext cx="3702843" cy="39056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98A146-25F0-4155-9B42-FC078F728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942" y="2671761"/>
            <a:ext cx="3702843" cy="390568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 con Q = 80, R = 25: $7,649.20 (servicio 100 %). Mejor política: Q = 100, R = 25 ($7,653.00). La diferencia de $83.35 no es significativa (t = 1.806, p = 0.071; Wilcoxon p = 0.068): con esta semilla las dos políticas no se distinguen.</a:t>
            </a:r>
          </a:p>
        </p:txBody>
      </p:sp>
    </p:spTree>
    <p:extLst>
      <p:ext uri="{BB962C8B-B14F-4D97-AF65-F5344CB8AC3E}">
        <p14:creationId xmlns:p14="http://schemas.microsoft.com/office/powerpoint/2010/main" val="1249765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863757-7917-402E-ADC7-2CE75C3A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34" y="2628899"/>
            <a:ext cx="3963068" cy="39152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B939E4-5342-4F61-9B58-400BBA57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133" y="2628899"/>
            <a:ext cx="3686175" cy="39152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3737B63-BCC8-47D9-B502-F5388526F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039" y="2628899"/>
            <a:ext cx="3478627" cy="391520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$7,964.80 con $400 en faltantes (servicio 99.56 %). Mejor política: Q = 100, R = 25 ($7,698.20). La alternativa cuesta $153.19 menos (t = 4.230, p &lt; 0.001; Wilcoxon p = 0.003). Chi² de la demanda no rechaza H0 (χ² = 8.392 &lt; 9.488).</a:t>
            </a:r>
          </a:p>
        </p:txBody>
      </p:sp>
    </p:spTree>
    <p:extLst>
      <p:ext uri="{BB962C8B-B14F-4D97-AF65-F5344CB8AC3E}">
        <p14:creationId xmlns:p14="http://schemas.microsoft.com/office/powerpoint/2010/main" val="1962407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00AEA3-1E9F-423F-A2BC-8FBA09E5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03" y="2500311"/>
            <a:ext cx="3772559" cy="39533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5B5321-FD5E-43DF-BC83-A25A9661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650" y="2500311"/>
            <a:ext cx="3772559" cy="39533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ECE379-7301-4568-9E53-5373B1A00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197" y="2500311"/>
            <a:ext cx="3382700" cy="3953307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352" y="22860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latin typeface="Calibri"/>
                <a:cs typeface="Calibri"/>
              </a:rPr>
              <a:t>Costo anual: $7,865.20 (servicio 99.91 %). Mejor política: Q = 100, R = 25 ($7,637.88). La alternativa cuesta $122.59, menos significativo (t = 2.253, p = 0.024; Wilcoxon p = 0.028).</a:t>
            </a:r>
          </a:p>
        </p:txBody>
      </p:sp>
    </p:spTree>
    <p:extLst>
      <p:ext uri="{BB962C8B-B14F-4D97-AF65-F5344CB8AC3E}">
        <p14:creationId xmlns:p14="http://schemas.microsoft.com/office/powerpoint/2010/main" val="427710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F0204B7-AAB7-4CDE-A8F7-A5348D48F6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"/>
          <a:stretch/>
        </p:blipFill>
        <p:spPr>
          <a:xfrm>
            <a:off x="252228" y="2014537"/>
            <a:ext cx="3813335" cy="437716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EED4B6-F5B4-46C6-A5A3-99E342A85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690" y="2014537"/>
            <a:ext cx="3576785" cy="43914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AC99D1-3AA2-4697-A30B-93CA3293C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602" y="2014537"/>
            <a:ext cx="4071170" cy="4391452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$7,597.20 sin faltantes (servicio 100 %). Mejor política: Q = 100, R = 25 ($7,658.44). La alternativa cuesta $129.09 menos (t = 3.604, p &lt; 0.001; Wilcoxon p = 0.001). El Chi² de la demanda rechaza H0 (χ² = 9.961 &gt; 9.488), algo esperable por azar con α = 0.05.</a:t>
            </a:r>
          </a:p>
        </p:txBody>
      </p:sp>
    </p:spTree>
    <p:extLst>
      <p:ext uri="{BB962C8B-B14F-4D97-AF65-F5344CB8AC3E}">
        <p14:creationId xmlns:p14="http://schemas.microsoft.com/office/powerpoint/2010/main" val="1841188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EAEF53-3CB3-4108-A70F-9B6C80BB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1" y="2032782"/>
            <a:ext cx="3683726" cy="43418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9C8339-D8A4-4F8B-8A72-659911037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137" y="2032782"/>
            <a:ext cx="3683726" cy="42504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581A8A-E955-4C3C-B08C-ADA984ADF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623" y="2032780"/>
            <a:ext cx="3683726" cy="4250453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$8,002.80 con $400 en faltantes (servicio 99.56 %). Mejor política: Q = 100, R = 25 ($7,664.21). La diferencia de $75.12 no es significativa (t = 1.808, p = 0.071; Wilcoxon p = 0.068); Chi² de la demanda no rechaza H0 (χ² = 1.741).</a:t>
            </a:r>
          </a:p>
        </p:txBody>
      </p:sp>
    </p:spTree>
    <p:extLst>
      <p:ext uri="{BB962C8B-B14F-4D97-AF65-F5344CB8AC3E}">
        <p14:creationId xmlns:p14="http://schemas.microsoft.com/office/powerpoint/2010/main" val="1080332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775875B-F543-4175-B69F-5B39D0EF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50" y="2194560"/>
            <a:ext cx="4941070" cy="393211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8392EC9-989F-4A81-B47D-88FE74AF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846" y="2194559"/>
            <a:ext cx="5494671" cy="393211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Ejecuciones en R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Aplicación Shiny del inventario (Q, R): parámetros Q, R, inventario inicial, días, Q₂, R₂, réplicas y semilla, con los botones Iniciar año completo, Optimizar (Q,R) 2D, Validar χ² / t / Wilcoxon y Reiniciar. Se muestran 5 ejecuciones.</a:t>
            </a:r>
          </a:p>
        </p:txBody>
      </p:sp>
    </p:spTree>
    <p:extLst>
      <p:ext uri="{BB962C8B-B14F-4D97-AF65-F5344CB8AC3E}">
        <p14:creationId xmlns:p14="http://schemas.microsoft.com/office/powerpoint/2010/main" val="2398290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D4B0F3C-3A8A-4EB0-9DAE-38CE0E0E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0" y="2280276"/>
            <a:ext cx="4041547" cy="41523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18FA3B-F1F4-466C-A459-174252029F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3"/>
          <a:stretch/>
        </p:blipFill>
        <p:spPr>
          <a:xfrm>
            <a:off x="4479460" y="2280275"/>
            <a:ext cx="3835433" cy="41523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BBFEE4-4C00-4618-BCBF-2CBA0687A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677" y="2280274"/>
            <a:ext cx="3439193" cy="4152391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1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 con Q = 80, R = 25: $7,532.80 (servicio 100 %). Mejor política: Q = 100, R = 25 ($7,609.72). La alternativa cuesta $81.63 menos (t = 2.257, p = 0.032; Wilcoxon p = 0.029). Chi² no rechaza H0 (p = 0.322 y 0.661).</a:t>
            </a:r>
          </a:p>
        </p:txBody>
      </p:sp>
    </p:spTree>
    <p:extLst>
      <p:ext uri="{BB962C8B-B14F-4D97-AF65-F5344CB8AC3E}">
        <p14:creationId xmlns:p14="http://schemas.microsoft.com/office/powerpoint/2010/main" val="606850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B5DBE62-FA8E-4B37-AE56-9E1F00FE5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1" y="2500311"/>
            <a:ext cx="3789385" cy="40535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ECEFED6-DA6F-42EB-A6D3-FDAEA75D7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91" y="2500313"/>
            <a:ext cx="3789385" cy="405359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35AAB61-641C-4BFE-8952-383A27C36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938" y="2500311"/>
            <a:ext cx="4071991" cy="4082729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2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$8,060.80 con 14 unidades perdidas (servicio 99.37 %). Mejor política: Q = 100, R = 25 ($7,645.16). La alternativa cuesta $172.60 menos (t = 5.062, p &lt; 0.001; Wilcoxon p &lt; 0.001). Chi² no rechaza H0 (p = 0.324 y 0.510).</a:t>
            </a:r>
          </a:p>
        </p:txBody>
      </p:sp>
    </p:spTree>
    <p:extLst>
      <p:ext uri="{BB962C8B-B14F-4D97-AF65-F5344CB8AC3E}">
        <p14:creationId xmlns:p14="http://schemas.microsoft.com/office/powerpoint/2010/main" val="1893093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8B5BE5E-ED82-4C4E-B5B6-8A47A6F80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3" y="2486024"/>
            <a:ext cx="3967076" cy="381138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BADF5E-C2AB-4F1F-8F27-C5E53D176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346" y="2486024"/>
            <a:ext cx="3847977" cy="38113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6CA81F8-4948-4AB4-B3DC-70E6F9FA9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249" y="2541661"/>
            <a:ext cx="3826148" cy="3811386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3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$7,733.20 (servicio 99.82 %). Mejor política: Q = 100, R = 25 ($7,684.83). La alternativa cuesta $158.51 menos (t = 3.929, p &lt; 0.001; Wilcoxon p &lt; 0.001). Chi² no rechaza H0 (p = 0.531 y 0.221).</a:t>
            </a:r>
          </a:p>
        </p:txBody>
      </p:sp>
    </p:spTree>
    <p:extLst>
      <p:ext uri="{BB962C8B-B14F-4D97-AF65-F5344CB8AC3E}">
        <p14:creationId xmlns:p14="http://schemas.microsoft.com/office/powerpoint/2010/main" val="2791912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B697EB-4CE6-4396-B52C-51846C52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59" y="2410691"/>
            <a:ext cx="3923210" cy="3971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4CD7E3-B8BD-4E9B-804B-E0546A43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2" y="2410691"/>
            <a:ext cx="3574471" cy="39714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588EBD-79A2-499E-BD1A-6084CA576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220" y="2410691"/>
            <a:ext cx="3574471" cy="3971471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2573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4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latin typeface="Calibri"/>
                <a:cs typeface="Calibri"/>
              </a:rPr>
              <a:t>Costo anual: $7,765.20 (servicio 99.73 %). Mejor política: Q = 100, R = 25 ($7,606.71). La alternativa cuesta $106.15 menos (t = 2.484, p = 0.019; Wilcoxon p = 0.010). Chi² no rechaza H0 (p = 0.082 y 0.650).</a:t>
            </a:r>
          </a:p>
        </p:txBody>
      </p:sp>
    </p:spTree>
    <p:extLst>
      <p:ext uri="{BB962C8B-B14F-4D97-AF65-F5344CB8AC3E}">
        <p14:creationId xmlns:p14="http://schemas.microsoft.com/office/powerpoint/2010/main" val="34481592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D7B4D7-1E3E-4AD8-A5B0-98FE9F719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6" y="2341752"/>
            <a:ext cx="4354922" cy="41485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DF4F42-8031-44E0-A628-B95E7C5F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535" y="2341752"/>
            <a:ext cx="3725332" cy="41704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903368-541F-4456-A05B-04EB7AAEC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981" y="2319867"/>
            <a:ext cx="3333273" cy="4170430"/>
          </a:xfrm>
          <a:prstGeom prst="rect">
            <a:avLst/>
          </a:prstGeom>
        </p:spPr>
      </p:pic>
      <p:sp>
        <p:nvSpPr>
          <p:cNvPr id="50" name="Titulo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000" b="1" dirty="0">
                <a:latin typeface="Calibri"/>
                <a:cs typeface="Calibri"/>
              </a:rPr>
              <a:t>Ejecución 5</a:t>
            </a:r>
          </a:p>
        </p:txBody>
      </p:sp>
      <p:sp>
        <p:nvSpPr>
          <p:cNvPr id="51" name="Descripcion"/>
          <p:cNvSpPr txBox="1"/>
          <p:nvPr/>
        </p:nvSpPr>
        <p:spPr>
          <a:xfrm>
            <a:off x="548640" y="777240"/>
            <a:ext cx="11094415" cy="1143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MX" sz="2000" b="0" dirty="0">
                <a:solidFill>
                  <a:srgbClr val="262626"/>
                </a:solidFill>
                <a:latin typeface="Calibri"/>
                <a:cs typeface="Calibri"/>
              </a:rPr>
              <a:t>Costo anual: $7,677.60 (servicio 99.91 %). Mejor política: Q = 100, R = 25 ($7,565.85). La alternativa cuesta $88.57 menos (t = 2.204, p = 0.036; Wilcoxon p = 0.025). Chi² no rechaza H0 (p = 0.256 y 0.070).</a:t>
            </a:r>
          </a:p>
        </p:txBody>
      </p:sp>
    </p:spTree>
    <p:extLst>
      <p:ext uri="{BB962C8B-B14F-4D97-AF65-F5344CB8AC3E}">
        <p14:creationId xmlns:p14="http://schemas.microsoft.com/office/powerpoint/2010/main" val="32757346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 txBox="1"/>
          <p:nvPr/>
        </p:nvSpPr>
        <p:spPr>
          <a:xfrm>
            <a:off x="457352" y="971550"/>
            <a:ext cx="11277295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s-MX" sz="2400" b="1" dirty="0">
                <a:latin typeface="Calibri"/>
                <a:cs typeface="Calibri"/>
              </a:rPr>
              <a:t>Conclusión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6041F3-5689-4CC4-A8DB-79BC4ED03269}"/>
              </a:ext>
            </a:extLst>
          </p:cNvPr>
          <p:cNvSpPr txBox="1"/>
          <p:nvPr/>
        </p:nvSpPr>
        <p:spPr>
          <a:xfrm>
            <a:off x="1595436" y="2271713"/>
            <a:ext cx="90011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El banco de ejercicios integra de manera práctica la simulación de líneas de espera y de sistemas de inventarios, mostrando cómo los modelos teóricos pueden reproducirse y validarse en distintos lenguajes de programación. Las corridas realizadas evidencian la variabilidad propia de los procesos aleatorios, la importancia de aplicar pruebas estadísticas para confirmar la confiabilidad de los resultados y la utilidad de la optimización para identificar políticas más eficientes. En conjunto, se demuestra que la simulación es una herramienta sólida para analizar sistemas complejos y apoyar decisiones fundamentadas en datos.</a:t>
            </a:r>
          </a:p>
        </p:txBody>
      </p:sp>
    </p:spTree>
    <p:extLst>
      <p:ext uri="{BB962C8B-B14F-4D97-AF65-F5344CB8AC3E}">
        <p14:creationId xmlns:p14="http://schemas.microsoft.com/office/powerpoint/2010/main" val="394094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962</TotalTime>
  <Words>2862</Words>
  <Application>Microsoft Office PowerPoint</Application>
  <PresentationFormat>Panorámica</PresentationFormat>
  <Paragraphs>122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monicasantizovalle@gmail.com</dc:creator>
  <cp:lastModifiedBy>monicasantizovalle@gmail.com</cp:lastModifiedBy>
  <cp:revision>46</cp:revision>
  <dcterms:created xsi:type="dcterms:W3CDTF">2026-09-27T04:29:25Z</dcterms:created>
  <dcterms:modified xsi:type="dcterms:W3CDTF">2026-10-03T03:14:23Z</dcterms:modified>
</cp:coreProperties>
</file>